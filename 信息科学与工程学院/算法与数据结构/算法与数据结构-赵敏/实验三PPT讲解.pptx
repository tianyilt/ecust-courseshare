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408" r:id="rId5"/>
    <p:sldId id="412" r:id="rId6"/>
    <p:sldId id="410" r:id="rId7"/>
    <p:sldId id="414" r:id="rId8"/>
    <p:sldId id="413" r:id="rId9"/>
    <p:sldId id="418" r:id="rId10"/>
    <p:sldId id="419" r:id="rId11"/>
    <p:sldId id="417" r:id="rId12"/>
    <p:sldId id="421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0" r:id="rId21"/>
    <p:sldId id="431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题" id="{6379f393-68fa-486a-8682-5bad1b016eca}">
          <p14:sldIdLst>
            <p14:sldId id="260"/>
            <p14:sldId id="408"/>
            <p14:sldId id="412"/>
            <p14:sldId id="410"/>
            <p14:sldId id="414"/>
            <p14:sldId id="413"/>
          </p14:sldIdLst>
        </p14:section>
        <p14:section name="第二题" id="{c0cea433-0263-46d2-918c-72597f775a6c}">
          <p14:sldIdLst>
            <p14:sldId id="418"/>
            <p14:sldId id="419"/>
            <p14:sldId id="417"/>
            <p14:sldId id="421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616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8" Type="http://schemas.openxmlformats.org/officeDocument/2006/relationships/notesSlide" Target="../notesSlides/notesSlide4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61.xml"/><Relationship Id="rId35" Type="http://schemas.openxmlformats.org/officeDocument/2006/relationships/tags" Target="../tags/tag60.xml"/><Relationship Id="rId34" Type="http://schemas.openxmlformats.org/officeDocument/2006/relationships/tags" Target="../tags/tag59.xml"/><Relationship Id="rId33" Type="http://schemas.openxmlformats.org/officeDocument/2006/relationships/tags" Target="../tags/tag58.xml"/><Relationship Id="rId32" Type="http://schemas.openxmlformats.org/officeDocument/2006/relationships/tags" Target="../tags/tag57.xml"/><Relationship Id="rId31" Type="http://schemas.openxmlformats.org/officeDocument/2006/relationships/tags" Target="../tags/tag56.xml"/><Relationship Id="rId30" Type="http://schemas.openxmlformats.org/officeDocument/2006/relationships/tags" Target="../tags/tag55.xml"/><Relationship Id="rId3" Type="http://schemas.openxmlformats.org/officeDocument/2006/relationships/tags" Target="../tags/tag28.xml"/><Relationship Id="rId29" Type="http://schemas.openxmlformats.org/officeDocument/2006/relationships/tags" Target="../tags/tag54.xml"/><Relationship Id="rId28" Type="http://schemas.openxmlformats.org/officeDocument/2006/relationships/tags" Target="../tags/tag53.xml"/><Relationship Id="rId27" Type="http://schemas.openxmlformats.org/officeDocument/2006/relationships/tags" Target="../tags/tag52.xml"/><Relationship Id="rId26" Type="http://schemas.openxmlformats.org/officeDocument/2006/relationships/tags" Target="../tags/tag51.xml"/><Relationship Id="rId25" Type="http://schemas.openxmlformats.org/officeDocument/2006/relationships/tags" Target="../tags/tag50.xml"/><Relationship Id="rId24" Type="http://schemas.openxmlformats.org/officeDocument/2006/relationships/tags" Target="../tags/tag49.xml"/><Relationship Id="rId23" Type="http://schemas.openxmlformats.org/officeDocument/2006/relationships/tags" Target="../tags/tag48.xml"/><Relationship Id="rId22" Type="http://schemas.openxmlformats.org/officeDocument/2006/relationships/tags" Target="../tags/tag47.xml"/><Relationship Id="rId21" Type="http://schemas.openxmlformats.org/officeDocument/2006/relationships/tags" Target="../tags/tag46.xml"/><Relationship Id="rId20" Type="http://schemas.openxmlformats.org/officeDocument/2006/relationships/tags" Target="../tags/tag45.xml"/><Relationship Id="rId2" Type="http://schemas.openxmlformats.org/officeDocument/2006/relationships/tags" Target="../tags/tag27.xml"/><Relationship Id="rId19" Type="http://schemas.openxmlformats.org/officeDocument/2006/relationships/tags" Target="../tags/tag44.xml"/><Relationship Id="rId18" Type="http://schemas.openxmlformats.org/officeDocument/2006/relationships/tags" Target="../tags/tag43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9" Type="http://schemas.openxmlformats.org/officeDocument/2006/relationships/notesSlide" Target="../notesSlides/notesSlide5.xml"/><Relationship Id="rId68" Type="http://schemas.openxmlformats.org/officeDocument/2006/relationships/slideLayout" Target="../slideLayouts/slideLayout1.xml"/><Relationship Id="rId67" Type="http://schemas.openxmlformats.org/officeDocument/2006/relationships/tags" Target="../tags/tag128.xml"/><Relationship Id="rId66" Type="http://schemas.openxmlformats.org/officeDocument/2006/relationships/tags" Target="../tags/tag127.xml"/><Relationship Id="rId65" Type="http://schemas.openxmlformats.org/officeDocument/2006/relationships/tags" Target="../tags/tag126.xml"/><Relationship Id="rId64" Type="http://schemas.openxmlformats.org/officeDocument/2006/relationships/tags" Target="../tags/tag125.xml"/><Relationship Id="rId63" Type="http://schemas.openxmlformats.org/officeDocument/2006/relationships/tags" Target="../tags/tag124.xml"/><Relationship Id="rId62" Type="http://schemas.openxmlformats.org/officeDocument/2006/relationships/tags" Target="../tags/tag123.xml"/><Relationship Id="rId61" Type="http://schemas.openxmlformats.org/officeDocument/2006/relationships/tags" Target="../tags/tag122.xml"/><Relationship Id="rId60" Type="http://schemas.openxmlformats.org/officeDocument/2006/relationships/tags" Target="../tags/tag121.xml"/><Relationship Id="rId6" Type="http://schemas.openxmlformats.org/officeDocument/2006/relationships/tags" Target="../tags/tag67.xml"/><Relationship Id="rId59" Type="http://schemas.openxmlformats.org/officeDocument/2006/relationships/tags" Target="../tags/tag120.xml"/><Relationship Id="rId58" Type="http://schemas.openxmlformats.org/officeDocument/2006/relationships/tags" Target="../tags/tag119.xml"/><Relationship Id="rId57" Type="http://schemas.openxmlformats.org/officeDocument/2006/relationships/tags" Target="../tags/tag118.xml"/><Relationship Id="rId56" Type="http://schemas.openxmlformats.org/officeDocument/2006/relationships/tags" Target="../tags/tag117.xml"/><Relationship Id="rId55" Type="http://schemas.openxmlformats.org/officeDocument/2006/relationships/tags" Target="../tags/tag116.xml"/><Relationship Id="rId54" Type="http://schemas.openxmlformats.org/officeDocument/2006/relationships/tags" Target="../tags/tag115.xml"/><Relationship Id="rId53" Type="http://schemas.openxmlformats.org/officeDocument/2006/relationships/tags" Target="../tags/tag114.xml"/><Relationship Id="rId52" Type="http://schemas.openxmlformats.org/officeDocument/2006/relationships/tags" Target="../tags/tag113.xml"/><Relationship Id="rId51" Type="http://schemas.openxmlformats.org/officeDocument/2006/relationships/tags" Target="../tags/tag112.xml"/><Relationship Id="rId50" Type="http://schemas.openxmlformats.org/officeDocument/2006/relationships/tags" Target="../tags/tag111.xml"/><Relationship Id="rId5" Type="http://schemas.openxmlformats.org/officeDocument/2006/relationships/tags" Target="../tags/tag66.xml"/><Relationship Id="rId49" Type="http://schemas.openxmlformats.org/officeDocument/2006/relationships/tags" Target="../tags/tag110.xml"/><Relationship Id="rId48" Type="http://schemas.openxmlformats.org/officeDocument/2006/relationships/tags" Target="../tags/tag109.xml"/><Relationship Id="rId47" Type="http://schemas.openxmlformats.org/officeDocument/2006/relationships/tags" Target="../tags/tag108.xml"/><Relationship Id="rId46" Type="http://schemas.openxmlformats.org/officeDocument/2006/relationships/tags" Target="../tags/tag107.xml"/><Relationship Id="rId45" Type="http://schemas.openxmlformats.org/officeDocument/2006/relationships/tags" Target="../tags/tag106.xml"/><Relationship Id="rId44" Type="http://schemas.openxmlformats.org/officeDocument/2006/relationships/tags" Target="../tags/tag105.xml"/><Relationship Id="rId43" Type="http://schemas.openxmlformats.org/officeDocument/2006/relationships/tags" Target="../tags/tag104.xml"/><Relationship Id="rId42" Type="http://schemas.openxmlformats.org/officeDocument/2006/relationships/tags" Target="../tags/tag103.xml"/><Relationship Id="rId41" Type="http://schemas.openxmlformats.org/officeDocument/2006/relationships/tags" Target="../tags/tag102.xml"/><Relationship Id="rId40" Type="http://schemas.openxmlformats.org/officeDocument/2006/relationships/tags" Target="../tags/tag101.xml"/><Relationship Id="rId4" Type="http://schemas.openxmlformats.org/officeDocument/2006/relationships/tags" Target="../tags/tag65.xml"/><Relationship Id="rId39" Type="http://schemas.openxmlformats.org/officeDocument/2006/relationships/tags" Target="../tags/tag100.xml"/><Relationship Id="rId38" Type="http://schemas.openxmlformats.org/officeDocument/2006/relationships/tags" Target="../tags/tag99.xml"/><Relationship Id="rId37" Type="http://schemas.openxmlformats.org/officeDocument/2006/relationships/tags" Target="../tags/tag98.xml"/><Relationship Id="rId36" Type="http://schemas.openxmlformats.org/officeDocument/2006/relationships/tags" Target="../tags/tag97.xml"/><Relationship Id="rId35" Type="http://schemas.openxmlformats.org/officeDocument/2006/relationships/tags" Target="../tags/tag96.xml"/><Relationship Id="rId34" Type="http://schemas.openxmlformats.org/officeDocument/2006/relationships/tags" Target="../tags/tag95.xml"/><Relationship Id="rId33" Type="http://schemas.openxmlformats.org/officeDocument/2006/relationships/tags" Target="../tags/tag94.xml"/><Relationship Id="rId32" Type="http://schemas.openxmlformats.org/officeDocument/2006/relationships/tags" Target="../tags/tag93.xml"/><Relationship Id="rId31" Type="http://schemas.openxmlformats.org/officeDocument/2006/relationships/tags" Target="../tags/tag92.xml"/><Relationship Id="rId30" Type="http://schemas.openxmlformats.org/officeDocument/2006/relationships/tags" Target="../tags/tag91.xml"/><Relationship Id="rId3" Type="http://schemas.openxmlformats.org/officeDocument/2006/relationships/tags" Target="../tags/tag64.xml"/><Relationship Id="rId29" Type="http://schemas.openxmlformats.org/officeDocument/2006/relationships/tags" Target="../tags/tag90.xml"/><Relationship Id="rId28" Type="http://schemas.openxmlformats.org/officeDocument/2006/relationships/tags" Target="../tags/tag89.xml"/><Relationship Id="rId27" Type="http://schemas.openxmlformats.org/officeDocument/2006/relationships/tags" Target="../tags/tag88.xml"/><Relationship Id="rId26" Type="http://schemas.openxmlformats.org/officeDocument/2006/relationships/tags" Target="../tags/tag87.xml"/><Relationship Id="rId25" Type="http://schemas.openxmlformats.org/officeDocument/2006/relationships/tags" Target="../tags/tag86.xml"/><Relationship Id="rId24" Type="http://schemas.openxmlformats.org/officeDocument/2006/relationships/tags" Target="../tags/tag85.xml"/><Relationship Id="rId23" Type="http://schemas.openxmlformats.org/officeDocument/2006/relationships/tags" Target="../tags/tag84.xml"/><Relationship Id="rId22" Type="http://schemas.openxmlformats.org/officeDocument/2006/relationships/tags" Target="../tags/tag83.xml"/><Relationship Id="rId21" Type="http://schemas.openxmlformats.org/officeDocument/2006/relationships/tags" Target="../tags/tag82.xml"/><Relationship Id="rId20" Type="http://schemas.openxmlformats.org/officeDocument/2006/relationships/tags" Target="../tags/tag81.xml"/><Relationship Id="rId2" Type="http://schemas.openxmlformats.org/officeDocument/2006/relationships/tags" Target="../tags/tag6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tags" Target="../tags/tag6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8" Type="http://schemas.openxmlformats.org/officeDocument/2006/relationships/notesSlide" Target="../notesSlides/notesSlide6.xml"/><Relationship Id="rId67" Type="http://schemas.openxmlformats.org/officeDocument/2006/relationships/slideLayout" Target="../slideLayouts/slideLayout1.xml"/><Relationship Id="rId66" Type="http://schemas.openxmlformats.org/officeDocument/2006/relationships/tags" Target="../tags/tag194.xml"/><Relationship Id="rId65" Type="http://schemas.openxmlformats.org/officeDocument/2006/relationships/tags" Target="../tags/tag193.xml"/><Relationship Id="rId64" Type="http://schemas.openxmlformats.org/officeDocument/2006/relationships/tags" Target="../tags/tag192.xml"/><Relationship Id="rId63" Type="http://schemas.openxmlformats.org/officeDocument/2006/relationships/tags" Target="../tags/tag191.xml"/><Relationship Id="rId62" Type="http://schemas.openxmlformats.org/officeDocument/2006/relationships/tags" Target="../tags/tag190.xml"/><Relationship Id="rId61" Type="http://schemas.openxmlformats.org/officeDocument/2006/relationships/tags" Target="../tags/tag189.xml"/><Relationship Id="rId60" Type="http://schemas.openxmlformats.org/officeDocument/2006/relationships/tags" Target="../tags/tag188.xml"/><Relationship Id="rId6" Type="http://schemas.openxmlformats.org/officeDocument/2006/relationships/tags" Target="../tags/tag134.xml"/><Relationship Id="rId59" Type="http://schemas.openxmlformats.org/officeDocument/2006/relationships/tags" Target="../tags/tag187.xml"/><Relationship Id="rId58" Type="http://schemas.openxmlformats.org/officeDocument/2006/relationships/tags" Target="../tags/tag186.xml"/><Relationship Id="rId57" Type="http://schemas.openxmlformats.org/officeDocument/2006/relationships/tags" Target="../tags/tag185.xml"/><Relationship Id="rId56" Type="http://schemas.openxmlformats.org/officeDocument/2006/relationships/tags" Target="../tags/tag184.xml"/><Relationship Id="rId55" Type="http://schemas.openxmlformats.org/officeDocument/2006/relationships/tags" Target="../tags/tag183.xml"/><Relationship Id="rId54" Type="http://schemas.openxmlformats.org/officeDocument/2006/relationships/tags" Target="../tags/tag182.xml"/><Relationship Id="rId53" Type="http://schemas.openxmlformats.org/officeDocument/2006/relationships/tags" Target="../tags/tag181.xml"/><Relationship Id="rId52" Type="http://schemas.openxmlformats.org/officeDocument/2006/relationships/tags" Target="../tags/tag180.xml"/><Relationship Id="rId51" Type="http://schemas.openxmlformats.org/officeDocument/2006/relationships/tags" Target="../tags/tag179.xml"/><Relationship Id="rId50" Type="http://schemas.openxmlformats.org/officeDocument/2006/relationships/tags" Target="../tags/tag178.xml"/><Relationship Id="rId5" Type="http://schemas.openxmlformats.org/officeDocument/2006/relationships/tags" Target="../tags/tag133.xml"/><Relationship Id="rId49" Type="http://schemas.openxmlformats.org/officeDocument/2006/relationships/tags" Target="../tags/tag177.xml"/><Relationship Id="rId48" Type="http://schemas.openxmlformats.org/officeDocument/2006/relationships/tags" Target="../tags/tag176.xml"/><Relationship Id="rId47" Type="http://schemas.openxmlformats.org/officeDocument/2006/relationships/tags" Target="../tags/tag175.xml"/><Relationship Id="rId46" Type="http://schemas.openxmlformats.org/officeDocument/2006/relationships/tags" Target="../tags/tag174.xml"/><Relationship Id="rId45" Type="http://schemas.openxmlformats.org/officeDocument/2006/relationships/tags" Target="../tags/tag173.xml"/><Relationship Id="rId44" Type="http://schemas.openxmlformats.org/officeDocument/2006/relationships/tags" Target="../tags/tag172.xml"/><Relationship Id="rId43" Type="http://schemas.openxmlformats.org/officeDocument/2006/relationships/tags" Target="../tags/tag171.xml"/><Relationship Id="rId42" Type="http://schemas.openxmlformats.org/officeDocument/2006/relationships/tags" Target="../tags/tag170.xml"/><Relationship Id="rId41" Type="http://schemas.openxmlformats.org/officeDocument/2006/relationships/tags" Target="../tags/tag169.xml"/><Relationship Id="rId40" Type="http://schemas.openxmlformats.org/officeDocument/2006/relationships/tags" Target="../tags/tag168.xml"/><Relationship Id="rId4" Type="http://schemas.openxmlformats.org/officeDocument/2006/relationships/tags" Target="../tags/tag132.xml"/><Relationship Id="rId39" Type="http://schemas.openxmlformats.org/officeDocument/2006/relationships/tags" Target="../tags/tag167.xml"/><Relationship Id="rId38" Type="http://schemas.openxmlformats.org/officeDocument/2006/relationships/tags" Target="../tags/tag166.xml"/><Relationship Id="rId37" Type="http://schemas.openxmlformats.org/officeDocument/2006/relationships/tags" Target="../tags/tag165.xml"/><Relationship Id="rId36" Type="http://schemas.openxmlformats.org/officeDocument/2006/relationships/tags" Target="../tags/tag164.xml"/><Relationship Id="rId35" Type="http://schemas.openxmlformats.org/officeDocument/2006/relationships/tags" Target="../tags/tag163.xml"/><Relationship Id="rId34" Type="http://schemas.openxmlformats.org/officeDocument/2006/relationships/tags" Target="../tags/tag162.xml"/><Relationship Id="rId33" Type="http://schemas.openxmlformats.org/officeDocument/2006/relationships/tags" Target="../tags/tag161.xml"/><Relationship Id="rId32" Type="http://schemas.openxmlformats.org/officeDocument/2006/relationships/tags" Target="../tags/tag160.xml"/><Relationship Id="rId31" Type="http://schemas.openxmlformats.org/officeDocument/2006/relationships/tags" Target="../tags/tag159.xml"/><Relationship Id="rId30" Type="http://schemas.openxmlformats.org/officeDocument/2006/relationships/tags" Target="../tags/tag158.xml"/><Relationship Id="rId3" Type="http://schemas.openxmlformats.org/officeDocument/2006/relationships/tags" Target="../tags/tag131.xml"/><Relationship Id="rId29" Type="http://schemas.openxmlformats.org/officeDocument/2006/relationships/tags" Target="../tags/tag157.xml"/><Relationship Id="rId28" Type="http://schemas.openxmlformats.org/officeDocument/2006/relationships/tags" Target="../tags/tag156.xml"/><Relationship Id="rId27" Type="http://schemas.openxmlformats.org/officeDocument/2006/relationships/tags" Target="../tags/tag155.xml"/><Relationship Id="rId26" Type="http://schemas.openxmlformats.org/officeDocument/2006/relationships/tags" Target="../tags/tag154.xml"/><Relationship Id="rId25" Type="http://schemas.openxmlformats.org/officeDocument/2006/relationships/tags" Target="../tags/tag153.xml"/><Relationship Id="rId24" Type="http://schemas.openxmlformats.org/officeDocument/2006/relationships/tags" Target="../tags/tag152.xml"/><Relationship Id="rId23" Type="http://schemas.openxmlformats.org/officeDocument/2006/relationships/tags" Target="../tags/tag151.xml"/><Relationship Id="rId22" Type="http://schemas.openxmlformats.org/officeDocument/2006/relationships/tags" Target="../tags/tag150.xml"/><Relationship Id="rId21" Type="http://schemas.openxmlformats.org/officeDocument/2006/relationships/tags" Target="../tags/tag149.xml"/><Relationship Id="rId20" Type="http://schemas.openxmlformats.org/officeDocument/2006/relationships/tags" Target="../tags/tag148.xml"/><Relationship Id="rId2" Type="http://schemas.openxmlformats.org/officeDocument/2006/relationships/tags" Target="../tags/tag130.xml"/><Relationship Id="rId19" Type="http://schemas.openxmlformats.org/officeDocument/2006/relationships/tags" Target="../tags/tag147.xml"/><Relationship Id="rId18" Type="http://schemas.openxmlformats.org/officeDocument/2006/relationships/tags" Target="../tags/tag146.xml"/><Relationship Id="rId17" Type="http://schemas.openxmlformats.org/officeDocument/2006/relationships/tags" Target="../tags/tag145.xml"/><Relationship Id="rId16" Type="http://schemas.openxmlformats.org/officeDocument/2006/relationships/tags" Target="../tags/tag144.xml"/><Relationship Id="rId15" Type="http://schemas.openxmlformats.org/officeDocument/2006/relationships/tags" Target="../tags/tag143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tags" Target="../tags/tag1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9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03.xml"/><Relationship Id="rId8" Type="http://schemas.openxmlformats.org/officeDocument/2006/relationships/tags" Target="../tags/tag202.xml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229.xml"/><Relationship Id="rId34" Type="http://schemas.openxmlformats.org/officeDocument/2006/relationships/tags" Target="../tags/tag228.xml"/><Relationship Id="rId33" Type="http://schemas.openxmlformats.org/officeDocument/2006/relationships/tags" Target="../tags/tag227.xml"/><Relationship Id="rId32" Type="http://schemas.openxmlformats.org/officeDocument/2006/relationships/tags" Target="../tags/tag226.xml"/><Relationship Id="rId31" Type="http://schemas.openxmlformats.org/officeDocument/2006/relationships/tags" Target="../tags/tag225.xml"/><Relationship Id="rId30" Type="http://schemas.openxmlformats.org/officeDocument/2006/relationships/tags" Target="../tags/tag224.xml"/><Relationship Id="rId3" Type="http://schemas.openxmlformats.org/officeDocument/2006/relationships/tags" Target="../tags/tag197.xml"/><Relationship Id="rId29" Type="http://schemas.openxmlformats.org/officeDocument/2006/relationships/tags" Target="../tags/tag223.xml"/><Relationship Id="rId28" Type="http://schemas.openxmlformats.org/officeDocument/2006/relationships/tags" Target="../tags/tag222.xml"/><Relationship Id="rId27" Type="http://schemas.openxmlformats.org/officeDocument/2006/relationships/tags" Target="../tags/tag221.xml"/><Relationship Id="rId26" Type="http://schemas.openxmlformats.org/officeDocument/2006/relationships/tags" Target="../tags/tag220.xml"/><Relationship Id="rId25" Type="http://schemas.openxmlformats.org/officeDocument/2006/relationships/tags" Target="../tags/tag219.xml"/><Relationship Id="rId24" Type="http://schemas.openxmlformats.org/officeDocument/2006/relationships/tags" Target="../tags/tag218.xml"/><Relationship Id="rId23" Type="http://schemas.openxmlformats.org/officeDocument/2006/relationships/tags" Target="../tags/tag217.xml"/><Relationship Id="rId22" Type="http://schemas.openxmlformats.org/officeDocument/2006/relationships/tags" Target="../tags/tag216.xml"/><Relationship Id="rId21" Type="http://schemas.openxmlformats.org/officeDocument/2006/relationships/tags" Target="../tags/tag215.xml"/><Relationship Id="rId20" Type="http://schemas.openxmlformats.org/officeDocument/2006/relationships/tags" Target="../tags/tag214.xml"/><Relationship Id="rId2" Type="http://schemas.openxmlformats.org/officeDocument/2006/relationships/image" Target="../media/image1.png"/><Relationship Id="rId19" Type="http://schemas.openxmlformats.org/officeDocument/2006/relationships/tags" Target="../tags/tag213.xml"/><Relationship Id="rId18" Type="http://schemas.openxmlformats.org/officeDocument/2006/relationships/tags" Target="../tags/tag212.xml"/><Relationship Id="rId17" Type="http://schemas.openxmlformats.org/officeDocument/2006/relationships/tags" Target="../tags/tag211.xml"/><Relationship Id="rId16" Type="http://schemas.openxmlformats.org/officeDocument/2006/relationships/tags" Target="../tags/tag210.xml"/><Relationship Id="rId15" Type="http://schemas.openxmlformats.org/officeDocument/2006/relationships/tags" Target="../tags/tag209.xml"/><Relationship Id="rId14" Type="http://schemas.openxmlformats.org/officeDocument/2006/relationships/tags" Target="../tags/tag208.xml"/><Relationship Id="rId13" Type="http://schemas.openxmlformats.org/officeDocument/2006/relationships/tags" Target="../tags/tag207.xml"/><Relationship Id="rId12" Type="http://schemas.openxmlformats.org/officeDocument/2006/relationships/tags" Target="../tags/tag206.xml"/><Relationship Id="rId11" Type="http://schemas.openxmlformats.org/officeDocument/2006/relationships/tags" Target="../tags/tag205.xml"/><Relationship Id="rId10" Type="http://schemas.openxmlformats.org/officeDocument/2006/relationships/tags" Target="../tags/tag204.xml"/><Relationship Id="rId1" Type="http://schemas.openxmlformats.org/officeDocument/2006/relationships/tags" Target="../tags/tag19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tags" Target="../tags/tag23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263.xml"/><Relationship Id="rId34" Type="http://schemas.openxmlformats.org/officeDocument/2006/relationships/tags" Target="../tags/tag262.xml"/><Relationship Id="rId33" Type="http://schemas.openxmlformats.org/officeDocument/2006/relationships/tags" Target="../tags/tag261.xml"/><Relationship Id="rId32" Type="http://schemas.openxmlformats.org/officeDocument/2006/relationships/tags" Target="../tags/tag260.xml"/><Relationship Id="rId31" Type="http://schemas.openxmlformats.org/officeDocument/2006/relationships/tags" Target="../tags/tag259.xml"/><Relationship Id="rId30" Type="http://schemas.openxmlformats.org/officeDocument/2006/relationships/tags" Target="../tags/tag258.xml"/><Relationship Id="rId3" Type="http://schemas.openxmlformats.org/officeDocument/2006/relationships/tags" Target="../tags/tag231.xml"/><Relationship Id="rId29" Type="http://schemas.openxmlformats.org/officeDocument/2006/relationships/tags" Target="../tags/tag257.xml"/><Relationship Id="rId28" Type="http://schemas.openxmlformats.org/officeDocument/2006/relationships/tags" Target="../tags/tag256.xml"/><Relationship Id="rId27" Type="http://schemas.openxmlformats.org/officeDocument/2006/relationships/tags" Target="../tags/tag255.xml"/><Relationship Id="rId26" Type="http://schemas.openxmlformats.org/officeDocument/2006/relationships/tags" Target="../tags/tag254.xml"/><Relationship Id="rId25" Type="http://schemas.openxmlformats.org/officeDocument/2006/relationships/tags" Target="../tags/tag253.xml"/><Relationship Id="rId24" Type="http://schemas.openxmlformats.org/officeDocument/2006/relationships/tags" Target="../tags/tag252.xml"/><Relationship Id="rId23" Type="http://schemas.openxmlformats.org/officeDocument/2006/relationships/tags" Target="../tags/tag251.xml"/><Relationship Id="rId22" Type="http://schemas.openxmlformats.org/officeDocument/2006/relationships/tags" Target="../tags/tag250.xml"/><Relationship Id="rId21" Type="http://schemas.openxmlformats.org/officeDocument/2006/relationships/tags" Target="../tags/tag249.xml"/><Relationship Id="rId20" Type="http://schemas.openxmlformats.org/officeDocument/2006/relationships/tags" Target="../tags/tag248.xml"/><Relationship Id="rId2" Type="http://schemas.openxmlformats.org/officeDocument/2006/relationships/image" Target="../media/image1.png"/><Relationship Id="rId19" Type="http://schemas.openxmlformats.org/officeDocument/2006/relationships/tags" Target="../tags/tag247.xml"/><Relationship Id="rId18" Type="http://schemas.openxmlformats.org/officeDocument/2006/relationships/tags" Target="../tags/tag246.xml"/><Relationship Id="rId17" Type="http://schemas.openxmlformats.org/officeDocument/2006/relationships/tags" Target="../tags/tag245.xml"/><Relationship Id="rId16" Type="http://schemas.openxmlformats.org/officeDocument/2006/relationships/tags" Target="../tags/tag244.xml"/><Relationship Id="rId15" Type="http://schemas.openxmlformats.org/officeDocument/2006/relationships/tags" Target="../tags/tag243.xml"/><Relationship Id="rId14" Type="http://schemas.openxmlformats.org/officeDocument/2006/relationships/tags" Target="../tags/tag242.xml"/><Relationship Id="rId13" Type="http://schemas.openxmlformats.org/officeDocument/2006/relationships/tags" Target="../tags/tag241.xml"/><Relationship Id="rId12" Type="http://schemas.openxmlformats.org/officeDocument/2006/relationships/tags" Target="../tags/tag240.xml"/><Relationship Id="rId11" Type="http://schemas.openxmlformats.org/officeDocument/2006/relationships/tags" Target="../tags/tag239.xml"/><Relationship Id="rId10" Type="http://schemas.openxmlformats.org/officeDocument/2006/relationships/tags" Target="../tags/tag238.xml"/><Relationship Id="rId1" Type="http://schemas.openxmlformats.org/officeDocument/2006/relationships/tags" Target="../tags/tag23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71.xml"/><Relationship Id="rId8" Type="http://schemas.openxmlformats.org/officeDocument/2006/relationships/tags" Target="../tags/tag270.xml"/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298.xml"/><Relationship Id="rId35" Type="http://schemas.openxmlformats.org/officeDocument/2006/relationships/tags" Target="../tags/tag297.xml"/><Relationship Id="rId34" Type="http://schemas.openxmlformats.org/officeDocument/2006/relationships/tags" Target="../tags/tag296.xml"/><Relationship Id="rId33" Type="http://schemas.openxmlformats.org/officeDocument/2006/relationships/tags" Target="../tags/tag295.xml"/><Relationship Id="rId32" Type="http://schemas.openxmlformats.org/officeDocument/2006/relationships/tags" Target="../tags/tag294.xml"/><Relationship Id="rId31" Type="http://schemas.openxmlformats.org/officeDocument/2006/relationships/tags" Target="../tags/tag293.xml"/><Relationship Id="rId30" Type="http://schemas.openxmlformats.org/officeDocument/2006/relationships/tags" Target="../tags/tag292.xml"/><Relationship Id="rId3" Type="http://schemas.openxmlformats.org/officeDocument/2006/relationships/tags" Target="../tags/tag265.xml"/><Relationship Id="rId29" Type="http://schemas.openxmlformats.org/officeDocument/2006/relationships/tags" Target="../tags/tag291.xml"/><Relationship Id="rId28" Type="http://schemas.openxmlformats.org/officeDocument/2006/relationships/tags" Target="../tags/tag290.xml"/><Relationship Id="rId27" Type="http://schemas.openxmlformats.org/officeDocument/2006/relationships/tags" Target="../tags/tag289.xml"/><Relationship Id="rId26" Type="http://schemas.openxmlformats.org/officeDocument/2006/relationships/tags" Target="../tags/tag288.xml"/><Relationship Id="rId25" Type="http://schemas.openxmlformats.org/officeDocument/2006/relationships/tags" Target="../tags/tag287.xml"/><Relationship Id="rId24" Type="http://schemas.openxmlformats.org/officeDocument/2006/relationships/tags" Target="../tags/tag286.xml"/><Relationship Id="rId23" Type="http://schemas.openxmlformats.org/officeDocument/2006/relationships/tags" Target="../tags/tag285.xml"/><Relationship Id="rId22" Type="http://schemas.openxmlformats.org/officeDocument/2006/relationships/tags" Target="../tags/tag284.xml"/><Relationship Id="rId21" Type="http://schemas.openxmlformats.org/officeDocument/2006/relationships/tags" Target="../tags/tag283.xml"/><Relationship Id="rId20" Type="http://schemas.openxmlformats.org/officeDocument/2006/relationships/tags" Target="../tags/tag282.xml"/><Relationship Id="rId2" Type="http://schemas.openxmlformats.org/officeDocument/2006/relationships/image" Target="../media/image1.png"/><Relationship Id="rId19" Type="http://schemas.openxmlformats.org/officeDocument/2006/relationships/tags" Target="../tags/tag281.xml"/><Relationship Id="rId18" Type="http://schemas.openxmlformats.org/officeDocument/2006/relationships/tags" Target="../tags/tag280.xml"/><Relationship Id="rId17" Type="http://schemas.openxmlformats.org/officeDocument/2006/relationships/tags" Target="../tags/tag279.xml"/><Relationship Id="rId16" Type="http://schemas.openxmlformats.org/officeDocument/2006/relationships/tags" Target="../tags/tag278.xml"/><Relationship Id="rId15" Type="http://schemas.openxmlformats.org/officeDocument/2006/relationships/tags" Target="../tags/tag277.xml"/><Relationship Id="rId14" Type="http://schemas.openxmlformats.org/officeDocument/2006/relationships/tags" Target="../tags/tag276.xml"/><Relationship Id="rId13" Type="http://schemas.openxmlformats.org/officeDocument/2006/relationships/tags" Target="../tags/tag275.xml"/><Relationship Id="rId12" Type="http://schemas.openxmlformats.org/officeDocument/2006/relationships/tags" Target="../tags/tag274.xml"/><Relationship Id="rId11" Type="http://schemas.openxmlformats.org/officeDocument/2006/relationships/tags" Target="../tags/tag273.xml"/><Relationship Id="rId10" Type="http://schemas.openxmlformats.org/officeDocument/2006/relationships/tags" Target="../tags/tag272.xml"/><Relationship Id="rId1" Type="http://schemas.openxmlformats.org/officeDocument/2006/relationships/tags" Target="../tags/tag26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06.xml"/><Relationship Id="rId8" Type="http://schemas.openxmlformats.org/officeDocument/2006/relationships/tags" Target="../tags/tag305.xml"/><Relationship Id="rId7" Type="http://schemas.openxmlformats.org/officeDocument/2006/relationships/tags" Target="../tags/tag304.xml"/><Relationship Id="rId6" Type="http://schemas.openxmlformats.org/officeDocument/2006/relationships/tags" Target="../tags/tag303.xml"/><Relationship Id="rId5" Type="http://schemas.openxmlformats.org/officeDocument/2006/relationships/tags" Target="../tags/tag302.xml"/><Relationship Id="rId4" Type="http://schemas.openxmlformats.org/officeDocument/2006/relationships/tags" Target="../tags/tag301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333.xml"/><Relationship Id="rId35" Type="http://schemas.openxmlformats.org/officeDocument/2006/relationships/tags" Target="../tags/tag332.xml"/><Relationship Id="rId34" Type="http://schemas.openxmlformats.org/officeDocument/2006/relationships/tags" Target="../tags/tag331.xml"/><Relationship Id="rId33" Type="http://schemas.openxmlformats.org/officeDocument/2006/relationships/tags" Target="../tags/tag330.xml"/><Relationship Id="rId32" Type="http://schemas.openxmlformats.org/officeDocument/2006/relationships/tags" Target="../tags/tag329.xml"/><Relationship Id="rId31" Type="http://schemas.openxmlformats.org/officeDocument/2006/relationships/tags" Target="../tags/tag328.xml"/><Relationship Id="rId30" Type="http://schemas.openxmlformats.org/officeDocument/2006/relationships/tags" Target="../tags/tag327.xml"/><Relationship Id="rId3" Type="http://schemas.openxmlformats.org/officeDocument/2006/relationships/tags" Target="../tags/tag300.xml"/><Relationship Id="rId29" Type="http://schemas.openxmlformats.org/officeDocument/2006/relationships/tags" Target="../tags/tag326.xml"/><Relationship Id="rId28" Type="http://schemas.openxmlformats.org/officeDocument/2006/relationships/tags" Target="../tags/tag325.xml"/><Relationship Id="rId27" Type="http://schemas.openxmlformats.org/officeDocument/2006/relationships/tags" Target="../tags/tag324.xml"/><Relationship Id="rId26" Type="http://schemas.openxmlformats.org/officeDocument/2006/relationships/tags" Target="../tags/tag323.xml"/><Relationship Id="rId25" Type="http://schemas.openxmlformats.org/officeDocument/2006/relationships/tags" Target="../tags/tag322.xml"/><Relationship Id="rId24" Type="http://schemas.openxmlformats.org/officeDocument/2006/relationships/tags" Target="../tags/tag321.xml"/><Relationship Id="rId23" Type="http://schemas.openxmlformats.org/officeDocument/2006/relationships/tags" Target="../tags/tag320.xml"/><Relationship Id="rId22" Type="http://schemas.openxmlformats.org/officeDocument/2006/relationships/tags" Target="../tags/tag319.xml"/><Relationship Id="rId21" Type="http://schemas.openxmlformats.org/officeDocument/2006/relationships/tags" Target="../tags/tag318.xml"/><Relationship Id="rId20" Type="http://schemas.openxmlformats.org/officeDocument/2006/relationships/tags" Target="../tags/tag317.xml"/><Relationship Id="rId2" Type="http://schemas.openxmlformats.org/officeDocument/2006/relationships/image" Target="../media/image1.png"/><Relationship Id="rId19" Type="http://schemas.openxmlformats.org/officeDocument/2006/relationships/tags" Target="../tags/tag316.xml"/><Relationship Id="rId18" Type="http://schemas.openxmlformats.org/officeDocument/2006/relationships/tags" Target="../tags/tag315.xml"/><Relationship Id="rId17" Type="http://schemas.openxmlformats.org/officeDocument/2006/relationships/tags" Target="../tags/tag314.xml"/><Relationship Id="rId16" Type="http://schemas.openxmlformats.org/officeDocument/2006/relationships/tags" Target="../tags/tag313.xml"/><Relationship Id="rId15" Type="http://schemas.openxmlformats.org/officeDocument/2006/relationships/tags" Target="../tags/tag312.xml"/><Relationship Id="rId14" Type="http://schemas.openxmlformats.org/officeDocument/2006/relationships/tags" Target="../tags/tag311.xml"/><Relationship Id="rId13" Type="http://schemas.openxmlformats.org/officeDocument/2006/relationships/tags" Target="../tags/tag310.xml"/><Relationship Id="rId12" Type="http://schemas.openxmlformats.org/officeDocument/2006/relationships/tags" Target="../tags/tag309.xml"/><Relationship Id="rId11" Type="http://schemas.openxmlformats.org/officeDocument/2006/relationships/tags" Target="../tags/tag308.xml"/><Relationship Id="rId10" Type="http://schemas.openxmlformats.org/officeDocument/2006/relationships/tags" Target="../tags/tag307.xml"/><Relationship Id="rId1" Type="http://schemas.openxmlformats.org/officeDocument/2006/relationships/tags" Target="../tags/tag29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tags" Target="../tags/tag340.xml"/><Relationship Id="rId7" Type="http://schemas.openxmlformats.org/officeDocument/2006/relationships/tags" Target="../tags/tag339.xml"/><Relationship Id="rId6" Type="http://schemas.openxmlformats.org/officeDocument/2006/relationships/tags" Target="../tags/tag338.xml"/><Relationship Id="rId5" Type="http://schemas.openxmlformats.org/officeDocument/2006/relationships/tags" Target="../tags/tag337.xml"/><Relationship Id="rId4" Type="http://schemas.openxmlformats.org/officeDocument/2006/relationships/tags" Target="../tags/tag336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369.xml"/><Relationship Id="rId36" Type="http://schemas.openxmlformats.org/officeDocument/2006/relationships/tags" Target="../tags/tag368.xml"/><Relationship Id="rId35" Type="http://schemas.openxmlformats.org/officeDocument/2006/relationships/tags" Target="../tags/tag367.xml"/><Relationship Id="rId34" Type="http://schemas.openxmlformats.org/officeDocument/2006/relationships/tags" Target="../tags/tag366.xml"/><Relationship Id="rId33" Type="http://schemas.openxmlformats.org/officeDocument/2006/relationships/tags" Target="../tags/tag365.xml"/><Relationship Id="rId32" Type="http://schemas.openxmlformats.org/officeDocument/2006/relationships/tags" Target="../tags/tag364.xml"/><Relationship Id="rId31" Type="http://schemas.openxmlformats.org/officeDocument/2006/relationships/tags" Target="../tags/tag363.xml"/><Relationship Id="rId30" Type="http://schemas.openxmlformats.org/officeDocument/2006/relationships/tags" Target="../tags/tag362.xml"/><Relationship Id="rId3" Type="http://schemas.openxmlformats.org/officeDocument/2006/relationships/tags" Target="../tags/tag335.xml"/><Relationship Id="rId29" Type="http://schemas.openxmlformats.org/officeDocument/2006/relationships/tags" Target="../tags/tag361.xml"/><Relationship Id="rId28" Type="http://schemas.openxmlformats.org/officeDocument/2006/relationships/tags" Target="../tags/tag360.xml"/><Relationship Id="rId27" Type="http://schemas.openxmlformats.org/officeDocument/2006/relationships/tags" Target="../tags/tag359.xml"/><Relationship Id="rId26" Type="http://schemas.openxmlformats.org/officeDocument/2006/relationships/tags" Target="../tags/tag358.xml"/><Relationship Id="rId25" Type="http://schemas.openxmlformats.org/officeDocument/2006/relationships/tags" Target="../tags/tag357.xml"/><Relationship Id="rId24" Type="http://schemas.openxmlformats.org/officeDocument/2006/relationships/tags" Target="../tags/tag356.xml"/><Relationship Id="rId23" Type="http://schemas.openxmlformats.org/officeDocument/2006/relationships/tags" Target="../tags/tag355.xml"/><Relationship Id="rId22" Type="http://schemas.openxmlformats.org/officeDocument/2006/relationships/tags" Target="../tags/tag354.xml"/><Relationship Id="rId21" Type="http://schemas.openxmlformats.org/officeDocument/2006/relationships/tags" Target="../tags/tag353.xml"/><Relationship Id="rId20" Type="http://schemas.openxmlformats.org/officeDocument/2006/relationships/tags" Target="../tags/tag352.xml"/><Relationship Id="rId2" Type="http://schemas.openxmlformats.org/officeDocument/2006/relationships/image" Target="../media/image1.png"/><Relationship Id="rId19" Type="http://schemas.openxmlformats.org/officeDocument/2006/relationships/tags" Target="../tags/tag351.xml"/><Relationship Id="rId18" Type="http://schemas.openxmlformats.org/officeDocument/2006/relationships/tags" Target="../tags/tag350.xml"/><Relationship Id="rId17" Type="http://schemas.openxmlformats.org/officeDocument/2006/relationships/tags" Target="../tags/tag349.xml"/><Relationship Id="rId16" Type="http://schemas.openxmlformats.org/officeDocument/2006/relationships/tags" Target="../tags/tag348.xml"/><Relationship Id="rId15" Type="http://schemas.openxmlformats.org/officeDocument/2006/relationships/tags" Target="../tags/tag347.xml"/><Relationship Id="rId14" Type="http://schemas.openxmlformats.org/officeDocument/2006/relationships/tags" Target="../tags/tag346.xml"/><Relationship Id="rId13" Type="http://schemas.openxmlformats.org/officeDocument/2006/relationships/tags" Target="../tags/tag345.xml"/><Relationship Id="rId12" Type="http://schemas.openxmlformats.org/officeDocument/2006/relationships/tags" Target="../tags/tag344.xml"/><Relationship Id="rId11" Type="http://schemas.openxmlformats.org/officeDocument/2006/relationships/tags" Target="../tags/tag343.xml"/><Relationship Id="rId10" Type="http://schemas.openxmlformats.org/officeDocument/2006/relationships/tags" Target="../tags/tag342.xml"/><Relationship Id="rId1" Type="http://schemas.openxmlformats.org/officeDocument/2006/relationships/tags" Target="../tags/tag33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77.xml"/><Relationship Id="rId8" Type="http://schemas.openxmlformats.org/officeDocument/2006/relationships/tags" Target="../tags/tag376.xml"/><Relationship Id="rId7" Type="http://schemas.openxmlformats.org/officeDocument/2006/relationships/tags" Target="../tags/tag375.xml"/><Relationship Id="rId6" Type="http://schemas.openxmlformats.org/officeDocument/2006/relationships/tags" Target="../tags/tag374.xml"/><Relationship Id="rId5" Type="http://schemas.openxmlformats.org/officeDocument/2006/relationships/tags" Target="../tags/tag373.xml"/><Relationship Id="rId4" Type="http://schemas.openxmlformats.org/officeDocument/2006/relationships/tags" Target="../tags/tag372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405.xml"/><Relationship Id="rId36" Type="http://schemas.openxmlformats.org/officeDocument/2006/relationships/tags" Target="../tags/tag404.xml"/><Relationship Id="rId35" Type="http://schemas.openxmlformats.org/officeDocument/2006/relationships/tags" Target="../tags/tag403.xml"/><Relationship Id="rId34" Type="http://schemas.openxmlformats.org/officeDocument/2006/relationships/tags" Target="../tags/tag402.xml"/><Relationship Id="rId33" Type="http://schemas.openxmlformats.org/officeDocument/2006/relationships/tags" Target="../tags/tag401.xml"/><Relationship Id="rId32" Type="http://schemas.openxmlformats.org/officeDocument/2006/relationships/tags" Target="../tags/tag400.xml"/><Relationship Id="rId31" Type="http://schemas.openxmlformats.org/officeDocument/2006/relationships/tags" Target="../tags/tag399.xml"/><Relationship Id="rId30" Type="http://schemas.openxmlformats.org/officeDocument/2006/relationships/tags" Target="../tags/tag398.xml"/><Relationship Id="rId3" Type="http://schemas.openxmlformats.org/officeDocument/2006/relationships/tags" Target="../tags/tag371.xml"/><Relationship Id="rId29" Type="http://schemas.openxmlformats.org/officeDocument/2006/relationships/tags" Target="../tags/tag397.xml"/><Relationship Id="rId28" Type="http://schemas.openxmlformats.org/officeDocument/2006/relationships/tags" Target="../tags/tag396.xml"/><Relationship Id="rId27" Type="http://schemas.openxmlformats.org/officeDocument/2006/relationships/tags" Target="../tags/tag395.xml"/><Relationship Id="rId26" Type="http://schemas.openxmlformats.org/officeDocument/2006/relationships/tags" Target="../tags/tag394.xml"/><Relationship Id="rId25" Type="http://schemas.openxmlformats.org/officeDocument/2006/relationships/tags" Target="../tags/tag393.xml"/><Relationship Id="rId24" Type="http://schemas.openxmlformats.org/officeDocument/2006/relationships/tags" Target="../tags/tag392.xml"/><Relationship Id="rId23" Type="http://schemas.openxmlformats.org/officeDocument/2006/relationships/tags" Target="../tags/tag391.xml"/><Relationship Id="rId22" Type="http://schemas.openxmlformats.org/officeDocument/2006/relationships/tags" Target="../tags/tag390.xml"/><Relationship Id="rId21" Type="http://schemas.openxmlformats.org/officeDocument/2006/relationships/tags" Target="../tags/tag389.xml"/><Relationship Id="rId20" Type="http://schemas.openxmlformats.org/officeDocument/2006/relationships/tags" Target="../tags/tag388.xml"/><Relationship Id="rId2" Type="http://schemas.openxmlformats.org/officeDocument/2006/relationships/image" Target="../media/image1.png"/><Relationship Id="rId19" Type="http://schemas.openxmlformats.org/officeDocument/2006/relationships/tags" Target="../tags/tag387.xml"/><Relationship Id="rId18" Type="http://schemas.openxmlformats.org/officeDocument/2006/relationships/tags" Target="../tags/tag386.xml"/><Relationship Id="rId17" Type="http://schemas.openxmlformats.org/officeDocument/2006/relationships/tags" Target="../tags/tag385.xml"/><Relationship Id="rId16" Type="http://schemas.openxmlformats.org/officeDocument/2006/relationships/tags" Target="../tags/tag384.xml"/><Relationship Id="rId15" Type="http://schemas.openxmlformats.org/officeDocument/2006/relationships/tags" Target="../tags/tag383.xml"/><Relationship Id="rId14" Type="http://schemas.openxmlformats.org/officeDocument/2006/relationships/tags" Target="../tags/tag382.xml"/><Relationship Id="rId13" Type="http://schemas.openxmlformats.org/officeDocument/2006/relationships/tags" Target="../tags/tag381.xml"/><Relationship Id="rId12" Type="http://schemas.openxmlformats.org/officeDocument/2006/relationships/tags" Target="../tags/tag380.xml"/><Relationship Id="rId11" Type="http://schemas.openxmlformats.org/officeDocument/2006/relationships/tags" Target="../tags/tag379.xml"/><Relationship Id="rId10" Type="http://schemas.openxmlformats.org/officeDocument/2006/relationships/tags" Target="../tags/tag378.xml"/><Relationship Id="rId1" Type="http://schemas.openxmlformats.org/officeDocument/2006/relationships/tags" Target="../tags/tag37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13.xml"/><Relationship Id="rId8" Type="http://schemas.openxmlformats.org/officeDocument/2006/relationships/tags" Target="../tags/tag412.xml"/><Relationship Id="rId7" Type="http://schemas.openxmlformats.org/officeDocument/2006/relationships/tags" Target="../tags/tag411.xml"/><Relationship Id="rId6" Type="http://schemas.openxmlformats.org/officeDocument/2006/relationships/tags" Target="../tags/tag410.xml"/><Relationship Id="rId5" Type="http://schemas.openxmlformats.org/officeDocument/2006/relationships/tags" Target="../tags/tag409.xml"/><Relationship Id="rId4" Type="http://schemas.openxmlformats.org/officeDocument/2006/relationships/tags" Target="../tags/tag408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441.xml"/><Relationship Id="rId36" Type="http://schemas.openxmlformats.org/officeDocument/2006/relationships/tags" Target="../tags/tag440.xml"/><Relationship Id="rId35" Type="http://schemas.openxmlformats.org/officeDocument/2006/relationships/tags" Target="../tags/tag439.xml"/><Relationship Id="rId34" Type="http://schemas.openxmlformats.org/officeDocument/2006/relationships/tags" Target="../tags/tag438.xml"/><Relationship Id="rId33" Type="http://schemas.openxmlformats.org/officeDocument/2006/relationships/tags" Target="../tags/tag437.xml"/><Relationship Id="rId32" Type="http://schemas.openxmlformats.org/officeDocument/2006/relationships/tags" Target="../tags/tag436.xml"/><Relationship Id="rId31" Type="http://schemas.openxmlformats.org/officeDocument/2006/relationships/tags" Target="../tags/tag435.xml"/><Relationship Id="rId30" Type="http://schemas.openxmlformats.org/officeDocument/2006/relationships/tags" Target="../tags/tag434.xml"/><Relationship Id="rId3" Type="http://schemas.openxmlformats.org/officeDocument/2006/relationships/tags" Target="../tags/tag407.xml"/><Relationship Id="rId29" Type="http://schemas.openxmlformats.org/officeDocument/2006/relationships/tags" Target="../tags/tag433.xml"/><Relationship Id="rId28" Type="http://schemas.openxmlformats.org/officeDocument/2006/relationships/tags" Target="../tags/tag432.xml"/><Relationship Id="rId27" Type="http://schemas.openxmlformats.org/officeDocument/2006/relationships/tags" Target="../tags/tag431.xml"/><Relationship Id="rId26" Type="http://schemas.openxmlformats.org/officeDocument/2006/relationships/tags" Target="../tags/tag430.xml"/><Relationship Id="rId25" Type="http://schemas.openxmlformats.org/officeDocument/2006/relationships/tags" Target="../tags/tag429.xml"/><Relationship Id="rId24" Type="http://schemas.openxmlformats.org/officeDocument/2006/relationships/tags" Target="../tags/tag428.xml"/><Relationship Id="rId23" Type="http://schemas.openxmlformats.org/officeDocument/2006/relationships/tags" Target="../tags/tag427.xml"/><Relationship Id="rId22" Type="http://schemas.openxmlformats.org/officeDocument/2006/relationships/tags" Target="../tags/tag426.xml"/><Relationship Id="rId21" Type="http://schemas.openxmlformats.org/officeDocument/2006/relationships/tags" Target="../tags/tag425.xml"/><Relationship Id="rId20" Type="http://schemas.openxmlformats.org/officeDocument/2006/relationships/tags" Target="../tags/tag424.xml"/><Relationship Id="rId2" Type="http://schemas.openxmlformats.org/officeDocument/2006/relationships/image" Target="../media/image1.png"/><Relationship Id="rId19" Type="http://schemas.openxmlformats.org/officeDocument/2006/relationships/tags" Target="../tags/tag423.xml"/><Relationship Id="rId18" Type="http://schemas.openxmlformats.org/officeDocument/2006/relationships/tags" Target="../tags/tag422.xml"/><Relationship Id="rId17" Type="http://schemas.openxmlformats.org/officeDocument/2006/relationships/tags" Target="../tags/tag421.xml"/><Relationship Id="rId16" Type="http://schemas.openxmlformats.org/officeDocument/2006/relationships/tags" Target="../tags/tag420.xml"/><Relationship Id="rId15" Type="http://schemas.openxmlformats.org/officeDocument/2006/relationships/tags" Target="../tags/tag419.xml"/><Relationship Id="rId14" Type="http://schemas.openxmlformats.org/officeDocument/2006/relationships/tags" Target="../tags/tag418.xml"/><Relationship Id="rId13" Type="http://schemas.openxmlformats.org/officeDocument/2006/relationships/tags" Target="../tags/tag417.xml"/><Relationship Id="rId12" Type="http://schemas.openxmlformats.org/officeDocument/2006/relationships/tags" Target="../tags/tag416.xml"/><Relationship Id="rId11" Type="http://schemas.openxmlformats.org/officeDocument/2006/relationships/tags" Target="../tags/tag415.xml"/><Relationship Id="rId10" Type="http://schemas.openxmlformats.org/officeDocument/2006/relationships/tags" Target="../tags/tag414.xml"/><Relationship Id="rId1" Type="http://schemas.openxmlformats.org/officeDocument/2006/relationships/tags" Target="../tags/tag40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49.xml"/><Relationship Id="rId8" Type="http://schemas.openxmlformats.org/officeDocument/2006/relationships/tags" Target="../tags/tag448.xml"/><Relationship Id="rId7" Type="http://schemas.openxmlformats.org/officeDocument/2006/relationships/tags" Target="../tags/tag447.xml"/><Relationship Id="rId6" Type="http://schemas.openxmlformats.org/officeDocument/2006/relationships/tags" Target="../tags/tag446.xml"/><Relationship Id="rId5" Type="http://schemas.openxmlformats.org/officeDocument/2006/relationships/tags" Target="../tags/tag445.xml"/><Relationship Id="rId4" Type="http://schemas.openxmlformats.org/officeDocument/2006/relationships/tags" Target="../tags/tag444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477.xml"/><Relationship Id="rId36" Type="http://schemas.openxmlformats.org/officeDocument/2006/relationships/tags" Target="../tags/tag476.xml"/><Relationship Id="rId35" Type="http://schemas.openxmlformats.org/officeDocument/2006/relationships/tags" Target="../tags/tag475.xml"/><Relationship Id="rId34" Type="http://schemas.openxmlformats.org/officeDocument/2006/relationships/tags" Target="../tags/tag474.xml"/><Relationship Id="rId33" Type="http://schemas.openxmlformats.org/officeDocument/2006/relationships/tags" Target="../tags/tag473.xml"/><Relationship Id="rId32" Type="http://schemas.openxmlformats.org/officeDocument/2006/relationships/tags" Target="../tags/tag472.xml"/><Relationship Id="rId31" Type="http://schemas.openxmlformats.org/officeDocument/2006/relationships/tags" Target="../tags/tag471.xml"/><Relationship Id="rId30" Type="http://schemas.openxmlformats.org/officeDocument/2006/relationships/tags" Target="../tags/tag470.xml"/><Relationship Id="rId3" Type="http://schemas.openxmlformats.org/officeDocument/2006/relationships/tags" Target="../tags/tag443.xml"/><Relationship Id="rId29" Type="http://schemas.openxmlformats.org/officeDocument/2006/relationships/tags" Target="../tags/tag469.xml"/><Relationship Id="rId28" Type="http://schemas.openxmlformats.org/officeDocument/2006/relationships/tags" Target="../tags/tag468.xml"/><Relationship Id="rId27" Type="http://schemas.openxmlformats.org/officeDocument/2006/relationships/tags" Target="../tags/tag467.xml"/><Relationship Id="rId26" Type="http://schemas.openxmlformats.org/officeDocument/2006/relationships/tags" Target="../tags/tag466.xml"/><Relationship Id="rId25" Type="http://schemas.openxmlformats.org/officeDocument/2006/relationships/tags" Target="../tags/tag465.xml"/><Relationship Id="rId24" Type="http://schemas.openxmlformats.org/officeDocument/2006/relationships/tags" Target="../tags/tag464.xml"/><Relationship Id="rId23" Type="http://schemas.openxmlformats.org/officeDocument/2006/relationships/tags" Target="../tags/tag463.xml"/><Relationship Id="rId22" Type="http://schemas.openxmlformats.org/officeDocument/2006/relationships/tags" Target="../tags/tag462.xml"/><Relationship Id="rId21" Type="http://schemas.openxmlformats.org/officeDocument/2006/relationships/tags" Target="../tags/tag461.xml"/><Relationship Id="rId20" Type="http://schemas.openxmlformats.org/officeDocument/2006/relationships/tags" Target="../tags/tag460.xml"/><Relationship Id="rId2" Type="http://schemas.openxmlformats.org/officeDocument/2006/relationships/image" Target="../media/image1.png"/><Relationship Id="rId19" Type="http://schemas.openxmlformats.org/officeDocument/2006/relationships/tags" Target="../tags/tag459.xml"/><Relationship Id="rId18" Type="http://schemas.openxmlformats.org/officeDocument/2006/relationships/tags" Target="../tags/tag458.xml"/><Relationship Id="rId17" Type="http://schemas.openxmlformats.org/officeDocument/2006/relationships/tags" Target="../tags/tag457.xml"/><Relationship Id="rId16" Type="http://schemas.openxmlformats.org/officeDocument/2006/relationships/tags" Target="../tags/tag456.xml"/><Relationship Id="rId15" Type="http://schemas.openxmlformats.org/officeDocument/2006/relationships/tags" Target="../tags/tag455.xml"/><Relationship Id="rId14" Type="http://schemas.openxmlformats.org/officeDocument/2006/relationships/tags" Target="../tags/tag454.xml"/><Relationship Id="rId13" Type="http://schemas.openxmlformats.org/officeDocument/2006/relationships/tags" Target="../tags/tag453.xml"/><Relationship Id="rId12" Type="http://schemas.openxmlformats.org/officeDocument/2006/relationships/tags" Target="../tags/tag452.xml"/><Relationship Id="rId11" Type="http://schemas.openxmlformats.org/officeDocument/2006/relationships/tags" Target="../tags/tag451.xml"/><Relationship Id="rId10" Type="http://schemas.openxmlformats.org/officeDocument/2006/relationships/tags" Target="../tags/tag450.xml"/><Relationship Id="rId1" Type="http://schemas.openxmlformats.org/officeDocument/2006/relationships/tags" Target="../tags/tag44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85.xml"/><Relationship Id="rId8" Type="http://schemas.openxmlformats.org/officeDocument/2006/relationships/tags" Target="../tags/tag484.xml"/><Relationship Id="rId7" Type="http://schemas.openxmlformats.org/officeDocument/2006/relationships/tags" Target="../tags/tag483.xml"/><Relationship Id="rId6" Type="http://schemas.openxmlformats.org/officeDocument/2006/relationships/tags" Target="../tags/tag482.xml"/><Relationship Id="rId5" Type="http://schemas.openxmlformats.org/officeDocument/2006/relationships/tags" Target="../tags/tag481.xml"/><Relationship Id="rId4" Type="http://schemas.openxmlformats.org/officeDocument/2006/relationships/tags" Target="../tags/tag480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513.xml"/><Relationship Id="rId36" Type="http://schemas.openxmlformats.org/officeDocument/2006/relationships/tags" Target="../tags/tag512.xml"/><Relationship Id="rId35" Type="http://schemas.openxmlformats.org/officeDocument/2006/relationships/tags" Target="../tags/tag511.xml"/><Relationship Id="rId34" Type="http://schemas.openxmlformats.org/officeDocument/2006/relationships/tags" Target="../tags/tag510.xml"/><Relationship Id="rId33" Type="http://schemas.openxmlformats.org/officeDocument/2006/relationships/tags" Target="../tags/tag509.xml"/><Relationship Id="rId32" Type="http://schemas.openxmlformats.org/officeDocument/2006/relationships/tags" Target="../tags/tag508.xml"/><Relationship Id="rId31" Type="http://schemas.openxmlformats.org/officeDocument/2006/relationships/tags" Target="../tags/tag507.xml"/><Relationship Id="rId30" Type="http://schemas.openxmlformats.org/officeDocument/2006/relationships/tags" Target="../tags/tag506.xml"/><Relationship Id="rId3" Type="http://schemas.openxmlformats.org/officeDocument/2006/relationships/tags" Target="../tags/tag479.xml"/><Relationship Id="rId29" Type="http://schemas.openxmlformats.org/officeDocument/2006/relationships/tags" Target="../tags/tag505.xml"/><Relationship Id="rId28" Type="http://schemas.openxmlformats.org/officeDocument/2006/relationships/tags" Target="../tags/tag504.xml"/><Relationship Id="rId27" Type="http://schemas.openxmlformats.org/officeDocument/2006/relationships/tags" Target="../tags/tag503.xml"/><Relationship Id="rId26" Type="http://schemas.openxmlformats.org/officeDocument/2006/relationships/tags" Target="../tags/tag502.xml"/><Relationship Id="rId25" Type="http://schemas.openxmlformats.org/officeDocument/2006/relationships/tags" Target="../tags/tag501.xml"/><Relationship Id="rId24" Type="http://schemas.openxmlformats.org/officeDocument/2006/relationships/tags" Target="../tags/tag500.xml"/><Relationship Id="rId23" Type="http://schemas.openxmlformats.org/officeDocument/2006/relationships/tags" Target="../tags/tag499.xml"/><Relationship Id="rId22" Type="http://schemas.openxmlformats.org/officeDocument/2006/relationships/tags" Target="../tags/tag498.xml"/><Relationship Id="rId21" Type="http://schemas.openxmlformats.org/officeDocument/2006/relationships/tags" Target="../tags/tag497.xml"/><Relationship Id="rId20" Type="http://schemas.openxmlformats.org/officeDocument/2006/relationships/tags" Target="../tags/tag496.xml"/><Relationship Id="rId2" Type="http://schemas.openxmlformats.org/officeDocument/2006/relationships/image" Target="../media/image1.png"/><Relationship Id="rId19" Type="http://schemas.openxmlformats.org/officeDocument/2006/relationships/tags" Target="../tags/tag495.xml"/><Relationship Id="rId18" Type="http://schemas.openxmlformats.org/officeDocument/2006/relationships/tags" Target="../tags/tag494.xml"/><Relationship Id="rId17" Type="http://schemas.openxmlformats.org/officeDocument/2006/relationships/tags" Target="../tags/tag493.xml"/><Relationship Id="rId16" Type="http://schemas.openxmlformats.org/officeDocument/2006/relationships/tags" Target="../tags/tag492.xml"/><Relationship Id="rId15" Type="http://schemas.openxmlformats.org/officeDocument/2006/relationships/tags" Target="../tags/tag491.xml"/><Relationship Id="rId14" Type="http://schemas.openxmlformats.org/officeDocument/2006/relationships/tags" Target="../tags/tag490.xml"/><Relationship Id="rId13" Type="http://schemas.openxmlformats.org/officeDocument/2006/relationships/tags" Target="../tags/tag489.xml"/><Relationship Id="rId12" Type="http://schemas.openxmlformats.org/officeDocument/2006/relationships/tags" Target="../tags/tag488.xml"/><Relationship Id="rId11" Type="http://schemas.openxmlformats.org/officeDocument/2006/relationships/tags" Target="../tags/tag487.xml"/><Relationship Id="rId10" Type="http://schemas.openxmlformats.org/officeDocument/2006/relationships/tags" Target="../tags/tag486.xml"/><Relationship Id="rId1" Type="http://schemas.openxmlformats.org/officeDocument/2006/relationships/tags" Target="../tags/tag47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21.xml"/><Relationship Id="rId8" Type="http://schemas.openxmlformats.org/officeDocument/2006/relationships/tags" Target="../tags/tag520.xml"/><Relationship Id="rId7" Type="http://schemas.openxmlformats.org/officeDocument/2006/relationships/tags" Target="../tags/tag519.xml"/><Relationship Id="rId6" Type="http://schemas.openxmlformats.org/officeDocument/2006/relationships/tags" Target="../tags/tag518.xml"/><Relationship Id="rId5" Type="http://schemas.openxmlformats.org/officeDocument/2006/relationships/tags" Target="../tags/tag517.xml"/><Relationship Id="rId4" Type="http://schemas.openxmlformats.org/officeDocument/2006/relationships/tags" Target="../tags/tag516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549.xml"/><Relationship Id="rId36" Type="http://schemas.openxmlformats.org/officeDocument/2006/relationships/tags" Target="../tags/tag548.xml"/><Relationship Id="rId35" Type="http://schemas.openxmlformats.org/officeDocument/2006/relationships/tags" Target="../tags/tag547.xml"/><Relationship Id="rId34" Type="http://schemas.openxmlformats.org/officeDocument/2006/relationships/tags" Target="../tags/tag546.xml"/><Relationship Id="rId33" Type="http://schemas.openxmlformats.org/officeDocument/2006/relationships/tags" Target="../tags/tag545.xml"/><Relationship Id="rId32" Type="http://schemas.openxmlformats.org/officeDocument/2006/relationships/tags" Target="../tags/tag544.xml"/><Relationship Id="rId31" Type="http://schemas.openxmlformats.org/officeDocument/2006/relationships/tags" Target="../tags/tag543.xml"/><Relationship Id="rId30" Type="http://schemas.openxmlformats.org/officeDocument/2006/relationships/tags" Target="../tags/tag542.xml"/><Relationship Id="rId3" Type="http://schemas.openxmlformats.org/officeDocument/2006/relationships/tags" Target="../tags/tag515.xml"/><Relationship Id="rId29" Type="http://schemas.openxmlformats.org/officeDocument/2006/relationships/tags" Target="../tags/tag541.xml"/><Relationship Id="rId28" Type="http://schemas.openxmlformats.org/officeDocument/2006/relationships/tags" Target="../tags/tag540.xml"/><Relationship Id="rId27" Type="http://schemas.openxmlformats.org/officeDocument/2006/relationships/tags" Target="../tags/tag539.xml"/><Relationship Id="rId26" Type="http://schemas.openxmlformats.org/officeDocument/2006/relationships/tags" Target="../tags/tag538.xml"/><Relationship Id="rId25" Type="http://schemas.openxmlformats.org/officeDocument/2006/relationships/tags" Target="../tags/tag537.xml"/><Relationship Id="rId24" Type="http://schemas.openxmlformats.org/officeDocument/2006/relationships/tags" Target="../tags/tag536.xml"/><Relationship Id="rId23" Type="http://schemas.openxmlformats.org/officeDocument/2006/relationships/tags" Target="../tags/tag535.xml"/><Relationship Id="rId22" Type="http://schemas.openxmlformats.org/officeDocument/2006/relationships/tags" Target="../tags/tag534.xml"/><Relationship Id="rId21" Type="http://schemas.openxmlformats.org/officeDocument/2006/relationships/tags" Target="../tags/tag533.xml"/><Relationship Id="rId20" Type="http://schemas.openxmlformats.org/officeDocument/2006/relationships/tags" Target="../tags/tag532.xml"/><Relationship Id="rId2" Type="http://schemas.openxmlformats.org/officeDocument/2006/relationships/image" Target="../media/image1.png"/><Relationship Id="rId19" Type="http://schemas.openxmlformats.org/officeDocument/2006/relationships/tags" Target="../tags/tag531.xml"/><Relationship Id="rId18" Type="http://schemas.openxmlformats.org/officeDocument/2006/relationships/tags" Target="../tags/tag530.xml"/><Relationship Id="rId17" Type="http://schemas.openxmlformats.org/officeDocument/2006/relationships/tags" Target="../tags/tag529.xml"/><Relationship Id="rId16" Type="http://schemas.openxmlformats.org/officeDocument/2006/relationships/tags" Target="../tags/tag528.xml"/><Relationship Id="rId15" Type="http://schemas.openxmlformats.org/officeDocument/2006/relationships/tags" Target="../tags/tag527.xml"/><Relationship Id="rId14" Type="http://schemas.openxmlformats.org/officeDocument/2006/relationships/tags" Target="../tags/tag526.xml"/><Relationship Id="rId13" Type="http://schemas.openxmlformats.org/officeDocument/2006/relationships/tags" Target="../tags/tag525.xml"/><Relationship Id="rId12" Type="http://schemas.openxmlformats.org/officeDocument/2006/relationships/tags" Target="../tags/tag524.xml"/><Relationship Id="rId11" Type="http://schemas.openxmlformats.org/officeDocument/2006/relationships/tags" Target="../tags/tag523.xml"/><Relationship Id="rId10" Type="http://schemas.openxmlformats.org/officeDocument/2006/relationships/tags" Target="../tags/tag522.xml"/><Relationship Id="rId1" Type="http://schemas.openxmlformats.org/officeDocument/2006/relationships/tags" Target="../tags/tag51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57.xml"/><Relationship Id="rId8" Type="http://schemas.openxmlformats.org/officeDocument/2006/relationships/tags" Target="../tags/tag556.xml"/><Relationship Id="rId7" Type="http://schemas.openxmlformats.org/officeDocument/2006/relationships/tags" Target="../tags/tag555.xml"/><Relationship Id="rId6" Type="http://schemas.openxmlformats.org/officeDocument/2006/relationships/tags" Target="../tags/tag554.xml"/><Relationship Id="rId5" Type="http://schemas.openxmlformats.org/officeDocument/2006/relationships/tags" Target="../tags/tag553.xml"/><Relationship Id="rId4" Type="http://schemas.openxmlformats.org/officeDocument/2006/relationships/tags" Target="../tags/tag552.xml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582.xml"/><Relationship Id="rId33" Type="http://schemas.openxmlformats.org/officeDocument/2006/relationships/tags" Target="../tags/tag581.xml"/><Relationship Id="rId32" Type="http://schemas.openxmlformats.org/officeDocument/2006/relationships/tags" Target="../tags/tag580.xml"/><Relationship Id="rId31" Type="http://schemas.openxmlformats.org/officeDocument/2006/relationships/tags" Target="../tags/tag579.xml"/><Relationship Id="rId30" Type="http://schemas.openxmlformats.org/officeDocument/2006/relationships/tags" Target="../tags/tag578.xml"/><Relationship Id="rId3" Type="http://schemas.openxmlformats.org/officeDocument/2006/relationships/tags" Target="../tags/tag551.xml"/><Relationship Id="rId29" Type="http://schemas.openxmlformats.org/officeDocument/2006/relationships/tags" Target="../tags/tag577.xml"/><Relationship Id="rId28" Type="http://schemas.openxmlformats.org/officeDocument/2006/relationships/tags" Target="../tags/tag576.xml"/><Relationship Id="rId27" Type="http://schemas.openxmlformats.org/officeDocument/2006/relationships/tags" Target="../tags/tag575.xml"/><Relationship Id="rId26" Type="http://schemas.openxmlformats.org/officeDocument/2006/relationships/tags" Target="../tags/tag574.xml"/><Relationship Id="rId25" Type="http://schemas.openxmlformats.org/officeDocument/2006/relationships/tags" Target="../tags/tag573.xml"/><Relationship Id="rId24" Type="http://schemas.openxmlformats.org/officeDocument/2006/relationships/tags" Target="../tags/tag572.xml"/><Relationship Id="rId23" Type="http://schemas.openxmlformats.org/officeDocument/2006/relationships/tags" Target="../tags/tag571.xml"/><Relationship Id="rId22" Type="http://schemas.openxmlformats.org/officeDocument/2006/relationships/tags" Target="../tags/tag570.xml"/><Relationship Id="rId21" Type="http://schemas.openxmlformats.org/officeDocument/2006/relationships/tags" Target="../tags/tag569.xml"/><Relationship Id="rId20" Type="http://schemas.openxmlformats.org/officeDocument/2006/relationships/tags" Target="../tags/tag568.xml"/><Relationship Id="rId2" Type="http://schemas.openxmlformats.org/officeDocument/2006/relationships/image" Target="../media/image1.png"/><Relationship Id="rId19" Type="http://schemas.openxmlformats.org/officeDocument/2006/relationships/tags" Target="../tags/tag567.xml"/><Relationship Id="rId18" Type="http://schemas.openxmlformats.org/officeDocument/2006/relationships/tags" Target="../tags/tag566.xml"/><Relationship Id="rId17" Type="http://schemas.openxmlformats.org/officeDocument/2006/relationships/tags" Target="../tags/tag565.xml"/><Relationship Id="rId16" Type="http://schemas.openxmlformats.org/officeDocument/2006/relationships/tags" Target="../tags/tag564.xml"/><Relationship Id="rId15" Type="http://schemas.openxmlformats.org/officeDocument/2006/relationships/tags" Target="../tags/tag563.xml"/><Relationship Id="rId14" Type="http://schemas.openxmlformats.org/officeDocument/2006/relationships/tags" Target="../tags/tag562.xml"/><Relationship Id="rId13" Type="http://schemas.openxmlformats.org/officeDocument/2006/relationships/tags" Target="../tags/tag561.xml"/><Relationship Id="rId12" Type="http://schemas.openxmlformats.org/officeDocument/2006/relationships/tags" Target="../tags/tag560.xml"/><Relationship Id="rId11" Type="http://schemas.openxmlformats.org/officeDocument/2006/relationships/tags" Target="../tags/tag559.xml"/><Relationship Id="rId10" Type="http://schemas.openxmlformats.org/officeDocument/2006/relationships/tags" Target="../tags/tag558.xml"/><Relationship Id="rId1" Type="http://schemas.openxmlformats.org/officeDocument/2006/relationships/tags" Target="../tags/tag550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590.xml"/><Relationship Id="rId8" Type="http://schemas.openxmlformats.org/officeDocument/2006/relationships/tags" Target="../tags/tag589.xml"/><Relationship Id="rId7" Type="http://schemas.openxmlformats.org/officeDocument/2006/relationships/tags" Target="../tags/tag588.xml"/><Relationship Id="rId6" Type="http://schemas.openxmlformats.org/officeDocument/2006/relationships/tags" Target="../tags/tag587.xml"/><Relationship Id="rId5" Type="http://schemas.openxmlformats.org/officeDocument/2006/relationships/tags" Target="../tags/tag586.xml"/><Relationship Id="rId4" Type="http://schemas.openxmlformats.org/officeDocument/2006/relationships/tags" Target="../tags/tag585.xml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615.xml"/><Relationship Id="rId33" Type="http://schemas.openxmlformats.org/officeDocument/2006/relationships/tags" Target="../tags/tag614.xml"/><Relationship Id="rId32" Type="http://schemas.openxmlformats.org/officeDocument/2006/relationships/tags" Target="../tags/tag613.xml"/><Relationship Id="rId31" Type="http://schemas.openxmlformats.org/officeDocument/2006/relationships/tags" Target="../tags/tag612.xml"/><Relationship Id="rId30" Type="http://schemas.openxmlformats.org/officeDocument/2006/relationships/tags" Target="../tags/tag611.xml"/><Relationship Id="rId3" Type="http://schemas.openxmlformats.org/officeDocument/2006/relationships/tags" Target="../tags/tag584.xml"/><Relationship Id="rId29" Type="http://schemas.openxmlformats.org/officeDocument/2006/relationships/tags" Target="../tags/tag610.xml"/><Relationship Id="rId28" Type="http://schemas.openxmlformats.org/officeDocument/2006/relationships/tags" Target="../tags/tag609.xml"/><Relationship Id="rId27" Type="http://schemas.openxmlformats.org/officeDocument/2006/relationships/tags" Target="../tags/tag608.xml"/><Relationship Id="rId26" Type="http://schemas.openxmlformats.org/officeDocument/2006/relationships/tags" Target="../tags/tag607.xml"/><Relationship Id="rId25" Type="http://schemas.openxmlformats.org/officeDocument/2006/relationships/tags" Target="../tags/tag606.xml"/><Relationship Id="rId24" Type="http://schemas.openxmlformats.org/officeDocument/2006/relationships/tags" Target="../tags/tag605.xml"/><Relationship Id="rId23" Type="http://schemas.openxmlformats.org/officeDocument/2006/relationships/tags" Target="../tags/tag604.xml"/><Relationship Id="rId22" Type="http://schemas.openxmlformats.org/officeDocument/2006/relationships/tags" Target="../tags/tag603.xml"/><Relationship Id="rId21" Type="http://schemas.openxmlformats.org/officeDocument/2006/relationships/tags" Target="../tags/tag602.xml"/><Relationship Id="rId20" Type="http://schemas.openxmlformats.org/officeDocument/2006/relationships/tags" Target="../tags/tag601.xml"/><Relationship Id="rId2" Type="http://schemas.openxmlformats.org/officeDocument/2006/relationships/image" Target="../media/image1.png"/><Relationship Id="rId19" Type="http://schemas.openxmlformats.org/officeDocument/2006/relationships/tags" Target="../tags/tag600.xml"/><Relationship Id="rId18" Type="http://schemas.openxmlformats.org/officeDocument/2006/relationships/tags" Target="../tags/tag599.xml"/><Relationship Id="rId17" Type="http://schemas.openxmlformats.org/officeDocument/2006/relationships/tags" Target="../tags/tag598.xml"/><Relationship Id="rId16" Type="http://schemas.openxmlformats.org/officeDocument/2006/relationships/tags" Target="../tags/tag597.xml"/><Relationship Id="rId15" Type="http://schemas.openxmlformats.org/officeDocument/2006/relationships/tags" Target="../tags/tag596.xml"/><Relationship Id="rId14" Type="http://schemas.openxmlformats.org/officeDocument/2006/relationships/tags" Target="../tags/tag595.xml"/><Relationship Id="rId13" Type="http://schemas.openxmlformats.org/officeDocument/2006/relationships/tags" Target="../tags/tag594.xml"/><Relationship Id="rId12" Type="http://schemas.openxmlformats.org/officeDocument/2006/relationships/tags" Target="../tags/tag593.xml"/><Relationship Id="rId11" Type="http://schemas.openxmlformats.org/officeDocument/2006/relationships/tags" Target="../tags/tag592.xml"/><Relationship Id="rId10" Type="http://schemas.openxmlformats.org/officeDocument/2006/relationships/tags" Target="../tags/tag591.xml"/><Relationship Id="rId1" Type="http://schemas.openxmlformats.org/officeDocument/2006/relationships/tags" Target="../tags/tag5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75030" y="553085"/>
            <a:ext cx="10178415" cy="921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编写完整的程序，构建一个有n（自己定义）个顶点和e条边的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带权图G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。该图使用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邻接表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存储，并遍历邻接表，输出指定顶点的邻接点信息。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7060" y="1555750"/>
            <a:ext cx="47821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程序流程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①有向图还是</a:t>
            </a:r>
            <a:r>
              <a:rPr lang="zh-CN" altLang="en-US"/>
              <a:t>无向图</a:t>
            </a:r>
            <a:endParaRPr lang="zh-CN" altLang="en-US"/>
          </a:p>
          <a:p>
            <a:r>
              <a:rPr lang="zh-CN" altLang="en-US"/>
              <a:t>②读入顶点数</a:t>
            </a:r>
            <a:r>
              <a:rPr lang="en-US" altLang="zh-CN"/>
              <a:t>n</a:t>
            </a:r>
            <a:r>
              <a:rPr lang="zh-CN" altLang="en-US"/>
              <a:t>和边数</a:t>
            </a:r>
            <a:r>
              <a:rPr lang="en-US" altLang="zh-CN"/>
              <a:t>e</a:t>
            </a:r>
            <a:r>
              <a:rPr lang="zh-CN" altLang="en-US"/>
              <a:t>，初始化图</a:t>
            </a:r>
            <a:r>
              <a:rPr lang="en-US" altLang="zh-CN"/>
              <a:t>G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③读入每条边</a:t>
            </a:r>
            <a:r>
              <a:rPr lang="en-US" altLang="zh-CN"/>
              <a:t>/</a:t>
            </a:r>
            <a:r>
              <a:rPr lang="zh-CN" altLang="en-US"/>
              <a:t>弧的信息（起点</a:t>
            </a:r>
            <a:r>
              <a:rPr lang="en-US" altLang="zh-CN"/>
              <a:t>-</a:t>
            </a:r>
            <a:r>
              <a:rPr lang="zh-CN" altLang="en-US"/>
              <a:t>终点</a:t>
            </a:r>
            <a:r>
              <a:rPr lang="en-US" altLang="zh-CN"/>
              <a:t>-</a:t>
            </a:r>
            <a:r>
              <a:rPr lang="zh-CN" altLang="en-US"/>
              <a:t>权重），完成图</a:t>
            </a:r>
            <a:r>
              <a:rPr lang="en-US" altLang="zh-CN"/>
              <a:t>G</a:t>
            </a:r>
            <a:r>
              <a:rPr lang="zh-CN" altLang="en-US"/>
              <a:t>邻接表的构造。</a:t>
            </a:r>
            <a:endParaRPr lang="zh-CN" altLang="en-US"/>
          </a:p>
          <a:p>
            <a:pPr algn="l">
              <a:buClrTx/>
              <a:buSzTx/>
              <a:buNone/>
            </a:pPr>
            <a:r>
              <a:rPr lang="zh-CN" altLang="en-US"/>
              <a:t>④</a:t>
            </a:r>
            <a:r>
              <a:rPr lang="zh-CN" altLang="en-US">
                <a:sym typeface="+mn-ea"/>
              </a:rPr>
              <a:t>输出指定顶点的邻接点信息</a:t>
            </a:r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2011680" y="3746500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78355" y="3801110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5" name="椭圆 4"/>
          <p:cNvSpPr/>
          <p:nvPr/>
        </p:nvSpPr>
        <p:spPr>
          <a:xfrm>
            <a:off x="1073785" y="4595495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40460" y="4650105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8" name="椭圆 7"/>
          <p:cNvSpPr/>
          <p:nvPr/>
        </p:nvSpPr>
        <p:spPr>
          <a:xfrm>
            <a:off x="3023870" y="4595495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090545" y="4650105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10" name="椭圆 9"/>
          <p:cNvSpPr/>
          <p:nvPr/>
        </p:nvSpPr>
        <p:spPr>
          <a:xfrm>
            <a:off x="2011680" y="5518150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078355" y="5572760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cxnSp>
        <p:nvCxnSpPr>
          <p:cNvPr id="21" name="直接箭头连接符 20"/>
          <p:cNvCxnSpPr>
            <a:stCxn id="10" idx="1"/>
          </p:cNvCxnSpPr>
          <p:nvPr/>
        </p:nvCxnSpPr>
        <p:spPr>
          <a:xfrm flipH="1" flipV="1">
            <a:off x="1506220" y="5008880"/>
            <a:ext cx="579120" cy="579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1567180" y="4922520"/>
            <a:ext cx="614680" cy="5994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3" idx="3"/>
          </p:cNvCxnSpPr>
          <p:nvPr/>
        </p:nvCxnSpPr>
        <p:spPr>
          <a:xfrm flipV="1">
            <a:off x="1501140" y="4153535"/>
            <a:ext cx="584200" cy="5200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0" idx="0"/>
            <a:endCxn id="10" idx="0"/>
          </p:cNvCxnSpPr>
          <p:nvPr/>
        </p:nvCxnSpPr>
        <p:spPr>
          <a:xfrm>
            <a:off x="2262505" y="551815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0" idx="0"/>
            <a:endCxn id="3" idx="4"/>
          </p:cNvCxnSpPr>
          <p:nvPr/>
        </p:nvCxnSpPr>
        <p:spPr>
          <a:xfrm flipV="1">
            <a:off x="2262505" y="4223385"/>
            <a:ext cx="0" cy="12947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2476500" y="4114800"/>
            <a:ext cx="619760" cy="538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764155" y="405828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1530350" y="4062730"/>
            <a:ext cx="26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2262505" y="452437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1506220" y="5219700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1812290" y="491172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 animBg="1"/>
      <p:bldP spid="7" grpId="0"/>
      <p:bldP spid="8" grpId="0" animBg="1"/>
      <p:bldP spid="9" grpId="0"/>
      <p:bldP spid="10" grpId="0" animBg="1"/>
      <p:bldP spid="11" grpId="0"/>
      <p:bldP spid="27" grpId="0"/>
      <p:bldP spid="28" grpId="0"/>
      <p:bldP spid="29" grpId="0"/>
      <p:bldP spid="30" grpId="0"/>
      <p:bldP spid="31" grpId="0"/>
      <p:bldP spid="2" grpId="1"/>
      <p:bldP spid="3" grpId="1" animBg="1"/>
      <p:bldP spid="4" grpId="1"/>
      <p:bldP spid="5" grpId="1" animBg="1"/>
      <p:bldP spid="7" grpId="1"/>
      <p:bldP spid="8" grpId="1" animBg="1"/>
      <p:bldP spid="9" grpId="1"/>
      <p:bldP spid="10" grpId="1" animBg="1"/>
      <p:bldP spid="11" grpId="1"/>
      <p:bldP spid="27" grpId="1"/>
      <p:bldP spid="28" grpId="1"/>
      <p:bldP spid="29" grpId="1"/>
      <p:bldP spid="30" grpId="1"/>
      <p:bldP spid="3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75030" y="553085"/>
            <a:ext cx="10178415" cy="783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编写完整的程序，构建一个有n（自己定义）个顶点和e条边的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带权图G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。该图使用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邻接表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存储，并遍历邻接表，输出指定顶点的邻接点信息。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011680" y="3746500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78355" y="3801110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5" name="椭圆 4"/>
          <p:cNvSpPr/>
          <p:nvPr>
            <p:custDataLst>
              <p:tags r:id="rId1"/>
            </p:custDataLst>
          </p:nvPr>
        </p:nvSpPr>
        <p:spPr>
          <a:xfrm>
            <a:off x="1073785" y="4595495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140460" y="4650105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023870" y="4595495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090545" y="4650105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10" name="椭圆 9"/>
          <p:cNvSpPr/>
          <p:nvPr>
            <p:custDataLst>
              <p:tags r:id="rId5"/>
            </p:custDataLst>
          </p:nvPr>
        </p:nvSpPr>
        <p:spPr>
          <a:xfrm>
            <a:off x="2011680" y="5518150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2078355" y="5572760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cxnSp>
        <p:nvCxnSpPr>
          <p:cNvPr id="21" name="直接箭头连接符 20"/>
          <p:cNvCxnSpPr>
            <a:stCxn id="10" idx="1"/>
          </p:cNvCxnSpPr>
          <p:nvPr/>
        </p:nvCxnSpPr>
        <p:spPr>
          <a:xfrm flipH="1" flipV="1">
            <a:off x="1506220" y="5008880"/>
            <a:ext cx="579120" cy="579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1567180" y="4922520"/>
            <a:ext cx="614680" cy="5994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3" idx="3"/>
          </p:cNvCxnSpPr>
          <p:nvPr/>
        </p:nvCxnSpPr>
        <p:spPr>
          <a:xfrm flipV="1">
            <a:off x="1501140" y="4153535"/>
            <a:ext cx="584200" cy="5200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0" idx="0"/>
            <a:endCxn id="10" idx="0"/>
          </p:cNvCxnSpPr>
          <p:nvPr/>
        </p:nvCxnSpPr>
        <p:spPr>
          <a:xfrm>
            <a:off x="2262505" y="551815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0" idx="0"/>
            <a:endCxn id="3" idx="4"/>
          </p:cNvCxnSpPr>
          <p:nvPr/>
        </p:nvCxnSpPr>
        <p:spPr>
          <a:xfrm flipV="1">
            <a:off x="2262505" y="4223385"/>
            <a:ext cx="0" cy="12947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2476500" y="4114800"/>
            <a:ext cx="619760" cy="538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764155" y="405828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1530350" y="4062730"/>
            <a:ext cx="26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2262505" y="452437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1506220" y="5219700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1812290" y="491172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cxnSp>
        <p:nvCxnSpPr>
          <p:cNvPr id="12" name="直接连接符 11"/>
          <p:cNvCxnSpPr/>
          <p:nvPr/>
        </p:nvCxnSpPr>
        <p:spPr>
          <a:xfrm>
            <a:off x="5866130" y="1525905"/>
            <a:ext cx="24130" cy="476567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297295" y="3552190"/>
            <a:ext cx="200533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rgbClr val="FF0000"/>
                </a:solidFill>
                <a:sym typeface="+mn-ea"/>
              </a:rPr>
              <a:t>邻接表</a:t>
            </a:r>
            <a:r>
              <a:rPr lang="zh-CN" altLang="en-US" sz="1600">
                <a:solidFill>
                  <a:srgbClr val="FF0000"/>
                </a:solidFill>
                <a:sym typeface="+mn-ea"/>
              </a:rPr>
              <a:t>如何</a:t>
            </a:r>
            <a:r>
              <a:rPr lang="zh-CN" altLang="en-US" sz="1600">
                <a:solidFill>
                  <a:srgbClr val="FF0000"/>
                </a:solidFill>
                <a:sym typeface="+mn-ea"/>
              </a:rPr>
              <a:t>表示？</a:t>
            </a:r>
            <a:endParaRPr lang="en-US" altLang="zh-CN" sz="1600">
              <a:solidFill>
                <a:srgbClr val="FF0000"/>
              </a:solidFill>
            </a:endParaRPr>
          </a:p>
          <a:p>
            <a:endParaRPr lang="zh-CN" altLang="en-US" sz="1600"/>
          </a:p>
        </p:txBody>
      </p:sp>
      <p:sp>
        <p:nvSpPr>
          <p:cNvPr id="117" name="文本框 116"/>
          <p:cNvSpPr txBox="1"/>
          <p:nvPr>
            <p:custDataLst>
              <p:tags r:id="rId11"/>
            </p:custDataLst>
          </p:nvPr>
        </p:nvSpPr>
        <p:spPr>
          <a:xfrm>
            <a:off x="6204585" y="1336675"/>
            <a:ext cx="3359785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rgbClr val="FF0000"/>
                </a:solidFill>
              </a:rPr>
              <a:t>// 图</a:t>
            </a:r>
            <a:r>
              <a:rPr lang="zh-CN" altLang="en-US" sz="1600">
                <a:solidFill>
                  <a:srgbClr val="FF0000"/>
                </a:solidFill>
              </a:rPr>
              <a:t>的定义</a:t>
            </a:r>
            <a:endParaRPr lang="zh-CN" altLang="en-US" sz="1600">
              <a:solidFill>
                <a:srgbClr val="FF0000"/>
              </a:solidFill>
            </a:endParaRPr>
          </a:p>
          <a:p>
            <a:r>
              <a:rPr lang="zh-CN" altLang="en-US" sz="1600"/>
              <a:t>typedef struct GNode *</a:t>
            </a:r>
            <a:r>
              <a:rPr lang="zh-CN" altLang="en-US" sz="1600">
                <a:sym typeface="+mn-ea"/>
              </a:rPr>
              <a:t>LGraph</a:t>
            </a:r>
            <a:r>
              <a:rPr lang="zh-CN" altLang="en-US" sz="1600"/>
              <a:t>;</a:t>
            </a:r>
            <a:endParaRPr lang="zh-CN" altLang="en-US" sz="1600"/>
          </a:p>
          <a:p>
            <a:r>
              <a:rPr lang="zh-CN" altLang="en-US" sz="1600"/>
              <a:t>struct GNode</a:t>
            </a:r>
            <a:endParaRPr lang="zh-CN" altLang="en-US" sz="1600"/>
          </a:p>
          <a:p>
            <a:r>
              <a:rPr lang="zh-CN" altLang="en-US" sz="1600"/>
              <a:t>{</a:t>
            </a:r>
            <a:endParaRPr lang="zh-CN" altLang="en-US" sz="1600"/>
          </a:p>
          <a:p>
            <a:r>
              <a:rPr lang="zh-CN" altLang="en-US" sz="1600"/>
              <a:t>    int Nv; // 顶点数</a:t>
            </a:r>
            <a:endParaRPr lang="zh-CN" altLang="en-US" sz="1600"/>
          </a:p>
          <a:p>
            <a:r>
              <a:rPr lang="zh-CN" altLang="en-US" sz="1600"/>
              <a:t>    int Ne; // 边数</a:t>
            </a:r>
            <a:endParaRPr lang="zh-CN" altLang="en-US" sz="1600"/>
          </a:p>
          <a:p>
            <a:r>
              <a:rPr lang="zh-CN" altLang="en-US" sz="1600"/>
              <a:t>    AdjList G; // 邻接表</a:t>
            </a:r>
            <a:endParaRPr lang="zh-CN" altLang="en-US" sz="1600"/>
          </a:p>
          <a:p>
            <a:r>
              <a:rPr lang="zh-CN" altLang="en-US" sz="1600"/>
              <a:t>};</a:t>
            </a:r>
            <a:endParaRPr lang="zh-CN" altLang="en-US" sz="1600"/>
          </a:p>
        </p:txBody>
      </p:sp>
      <p:sp>
        <p:nvSpPr>
          <p:cNvPr id="119" name="文本框 118"/>
          <p:cNvSpPr txBox="1"/>
          <p:nvPr>
            <p:custDataLst>
              <p:tags r:id="rId12"/>
            </p:custDataLst>
          </p:nvPr>
        </p:nvSpPr>
        <p:spPr>
          <a:xfrm>
            <a:off x="607060" y="1555750"/>
            <a:ext cx="47821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程序流程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①有向图还是</a:t>
            </a:r>
            <a:r>
              <a:rPr lang="zh-CN" altLang="en-US"/>
              <a:t>无向图</a:t>
            </a:r>
            <a:endParaRPr lang="zh-CN" altLang="en-US"/>
          </a:p>
          <a:p>
            <a:r>
              <a:rPr lang="zh-CN" altLang="en-US"/>
              <a:t>②读入顶点数</a:t>
            </a:r>
            <a:r>
              <a:rPr lang="en-US" altLang="zh-CN"/>
              <a:t>n</a:t>
            </a:r>
            <a:r>
              <a:rPr lang="zh-CN" altLang="en-US"/>
              <a:t>和边数</a:t>
            </a:r>
            <a:r>
              <a:rPr lang="en-US" altLang="zh-CN"/>
              <a:t>e</a:t>
            </a:r>
            <a:r>
              <a:rPr lang="zh-CN" altLang="en-US"/>
              <a:t>，初始化图</a:t>
            </a:r>
            <a:r>
              <a:rPr lang="en-US" altLang="zh-CN"/>
              <a:t>G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③读入每条边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弧</a:t>
            </a:r>
            <a:r>
              <a:rPr lang="zh-CN" altLang="en-US"/>
              <a:t>的信息（起点</a:t>
            </a:r>
            <a:r>
              <a:rPr lang="en-US" altLang="zh-CN"/>
              <a:t>-</a:t>
            </a:r>
            <a:r>
              <a:rPr lang="zh-CN" altLang="en-US"/>
              <a:t>终点</a:t>
            </a:r>
            <a:r>
              <a:rPr lang="en-US" altLang="zh-CN"/>
              <a:t>-</a:t>
            </a:r>
            <a:r>
              <a:rPr lang="zh-CN" altLang="en-US"/>
              <a:t>权重），完成图</a:t>
            </a:r>
            <a:r>
              <a:rPr lang="en-US" altLang="zh-CN"/>
              <a:t>G</a:t>
            </a:r>
            <a:r>
              <a:rPr lang="zh-CN" altLang="en-US">
                <a:sym typeface="+mn-ea"/>
              </a:rPr>
              <a:t>邻接表</a:t>
            </a:r>
            <a:r>
              <a:rPr lang="zh-CN" altLang="en-US"/>
              <a:t>的构造。</a:t>
            </a:r>
            <a:endParaRPr lang="zh-CN" altLang="en-US"/>
          </a:p>
          <a:p>
            <a:pPr algn="l">
              <a:buClrTx/>
              <a:buSzTx/>
              <a:buNone/>
            </a:pPr>
            <a:r>
              <a:rPr lang="zh-CN" altLang="en-US"/>
              <a:t>④</a:t>
            </a:r>
            <a:r>
              <a:rPr lang="zh-CN" altLang="en-US">
                <a:sym typeface="+mn-ea"/>
              </a:rPr>
              <a:t>输出指定顶点的邻接点信息</a:t>
            </a:r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6151245" y="4090035"/>
            <a:ext cx="62020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①每个顶点对应一个单链表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②链表结点的内容：</a:t>
            </a:r>
            <a:r>
              <a:rPr lang="zh-CN" altLang="en-US" sz="1600"/>
              <a:t>终点、边的权重、</a:t>
            </a:r>
            <a:r>
              <a:rPr lang="zh-CN" altLang="en-US" sz="1600"/>
              <a:t>指向下一个结点</a:t>
            </a:r>
            <a:r>
              <a:rPr lang="zh-CN" altLang="en-US" sz="1600"/>
              <a:t>的指针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③每个链表的表头</a:t>
            </a:r>
            <a:r>
              <a:rPr lang="zh-CN" altLang="en-US" sz="1600"/>
              <a:t>结点存放到一个数组中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12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75030" y="553085"/>
            <a:ext cx="10178415" cy="783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编写完整的程序，构建一个有n（自己定义）个顶点和e条边的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带权图G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。该图使用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邻接表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存储，并遍历邻接表，输出指定顶点的邻接点信息。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011680" y="3746500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78355" y="3801110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5" name="椭圆 4"/>
          <p:cNvSpPr/>
          <p:nvPr>
            <p:custDataLst>
              <p:tags r:id="rId1"/>
            </p:custDataLst>
          </p:nvPr>
        </p:nvSpPr>
        <p:spPr>
          <a:xfrm>
            <a:off x="1073785" y="4595495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140460" y="4650105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023870" y="4595495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090545" y="4650105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10" name="椭圆 9"/>
          <p:cNvSpPr/>
          <p:nvPr>
            <p:custDataLst>
              <p:tags r:id="rId5"/>
            </p:custDataLst>
          </p:nvPr>
        </p:nvSpPr>
        <p:spPr>
          <a:xfrm>
            <a:off x="2011680" y="5518150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2078355" y="5572760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cxnSp>
        <p:nvCxnSpPr>
          <p:cNvPr id="21" name="直接箭头连接符 20"/>
          <p:cNvCxnSpPr>
            <a:stCxn id="10" idx="1"/>
          </p:cNvCxnSpPr>
          <p:nvPr/>
        </p:nvCxnSpPr>
        <p:spPr>
          <a:xfrm flipH="1" flipV="1">
            <a:off x="1506220" y="5008880"/>
            <a:ext cx="579120" cy="579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1567180" y="4922520"/>
            <a:ext cx="614680" cy="5994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3" idx="3"/>
          </p:cNvCxnSpPr>
          <p:nvPr/>
        </p:nvCxnSpPr>
        <p:spPr>
          <a:xfrm flipV="1">
            <a:off x="1501140" y="4153535"/>
            <a:ext cx="584200" cy="5200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0" idx="0"/>
            <a:endCxn id="10" idx="0"/>
          </p:cNvCxnSpPr>
          <p:nvPr/>
        </p:nvCxnSpPr>
        <p:spPr>
          <a:xfrm>
            <a:off x="2262505" y="551815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0" idx="0"/>
            <a:endCxn id="3" idx="4"/>
          </p:cNvCxnSpPr>
          <p:nvPr/>
        </p:nvCxnSpPr>
        <p:spPr>
          <a:xfrm flipV="1">
            <a:off x="2262505" y="4223385"/>
            <a:ext cx="0" cy="12947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2476500" y="4114800"/>
            <a:ext cx="619760" cy="538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764155" y="405828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1530350" y="4062730"/>
            <a:ext cx="26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2262505" y="452437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1506220" y="5219700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1812290" y="491172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cxnSp>
        <p:nvCxnSpPr>
          <p:cNvPr id="12" name="直接连接符 11"/>
          <p:cNvCxnSpPr/>
          <p:nvPr/>
        </p:nvCxnSpPr>
        <p:spPr>
          <a:xfrm>
            <a:off x="5866130" y="1525905"/>
            <a:ext cx="24130" cy="476567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297295" y="3552190"/>
            <a:ext cx="200533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rgbClr val="FF0000"/>
                </a:solidFill>
                <a:sym typeface="+mn-ea"/>
              </a:rPr>
              <a:t>邻接表</a:t>
            </a:r>
            <a:r>
              <a:rPr lang="zh-CN" altLang="en-US" sz="1600">
                <a:solidFill>
                  <a:srgbClr val="FF0000"/>
                </a:solidFill>
                <a:sym typeface="+mn-ea"/>
              </a:rPr>
              <a:t>如何</a:t>
            </a:r>
            <a:r>
              <a:rPr lang="zh-CN" altLang="en-US" sz="1600">
                <a:solidFill>
                  <a:srgbClr val="FF0000"/>
                </a:solidFill>
                <a:sym typeface="+mn-ea"/>
              </a:rPr>
              <a:t>表示？</a:t>
            </a:r>
            <a:endParaRPr lang="en-US" altLang="zh-CN" sz="1600">
              <a:solidFill>
                <a:srgbClr val="FF0000"/>
              </a:solidFill>
            </a:endParaRPr>
          </a:p>
          <a:p>
            <a:endParaRPr lang="zh-CN" altLang="en-US" sz="1600"/>
          </a:p>
        </p:txBody>
      </p:sp>
      <p:sp>
        <p:nvSpPr>
          <p:cNvPr id="117" name="文本框 116"/>
          <p:cNvSpPr txBox="1"/>
          <p:nvPr>
            <p:custDataLst>
              <p:tags r:id="rId11"/>
            </p:custDataLst>
          </p:nvPr>
        </p:nvSpPr>
        <p:spPr>
          <a:xfrm>
            <a:off x="6204585" y="1336675"/>
            <a:ext cx="3359785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rgbClr val="FF0000"/>
                </a:solidFill>
              </a:rPr>
              <a:t>// 图</a:t>
            </a:r>
            <a:r>
              <a:rPr lang="zh-CN" altLang="en-US" sz="1600">
                <a:solidFill>
                  <a:srgbClr val="FF0000"/>
                </a:solidFill>
              </a:rPr>
              <a:t>的定义</a:t>
            </a:r>
            <a:endParaRPr lang="zh-CN" altLang="en-US" sz="1600">
              <a:solidFill>
                <a:srgbClr val="FF0000"/>
              </a:solidFill>
            </a:endParaRPr>
          </a:p>
          <a:p>
            <a:r>
              <a:rPr lang="zh-CN" altLang="en-US" sz="1600"/>
              <a:t>typedef struct GNode *</a:t>
            </a:r>
            <a:r>
              <a:rPr lang="zh-CN" altLang="en-US" sz="1600">
                <a:sym typeface="+mn-ea"/>
              </a:rPr>
              <a:t>LGraph</a:t>
            </a:r>
            <a:r>
              <a:rPr lang="zh-CN" altLang="en-US" sz="1600"/>
              <a:t>;</a:t>
            </a:r>
            <a:endParaRPr lang="zh-CN" altLang="en-US" sz="1600"/>
          </a:p>
          <a:p>
            <a:r>
              <a:rPr lang="zh-CN" altLang="en-US" sz="1600"/>
              <a:t>struct GNode</a:t>
            </a:r>
            <a:endParaRPr lang="zh-CN" altLang="en-US" sz="1600"/>
          </a:p>
          <a:p>
            <a:r>
              <a:rPr lang="zh-CN" altLang="en-US" sz="1600"/>
              <a:t>{</a:t>
            </a:r>
            <a:endParaRPr lang="zh-CN" altLang="en-US" sz="1600"/>
          </a:p>
          <a:p>
            <a:r>
              <a:rPr lang="zh-CN" altLang="en-US" sz="1600"/>
              <a:t>    int Nv; // 顶点数</a:t>
            </a:r>
            <a:endParaRPr lang="zh-CN" altLang="en-US" sz="1600"/>
          </a:p>
          <a:p>
            <a:r>
              <a:rPr lang="zh-CN" altLang="en-US" sz="1600"/>
              <a:t>    int Ne; // 边数</a:t>
            </a:r>
            <a:endParaRPr lang="zh-CN" altLang="en-US" sz="1600"/>
          </a:p>
          <a:p>
            <a:r>
              <a:rPr lang="zh-CN" altLang="en-US" sz="1600"/>
              <a:t>    AdjList G; // 邻接表</a:t>
            </a:r>
            <a:endParaRPr lang="zh-CN" altLang="en-US" sz="1600"/>
          </a:p>
          <a:p>
            <a:r>
              <a:rPr lang="zh-CN" altLang="en-US" sz="1600"/>
              <a:t>};</a:t>
            </a:r>
            <a:endParaRPr lang="zh-CN" altLang="en-US" sz="1600"/>
          </a:p>
        </p:txBody>
      </p:sp>
      <p:sp>
        <p:nvSpPr>
          <p:cNvPr id="119" name="文本框 118"/>
          <p:cNvSpPr txBox="1"/>
          <p:nvPr>
            <p:custDataLst>
              <p:tags r:id="rId12"/>
            </p:custDataLst>
          </p:nvPr>
        </p:nvSpPr>
        <p:spPr>
          <a:xfrm>
            <a:off x="607060" y="1555750"/>
            <a:ext cx="47821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程序流程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①有向图还是</a:t>
            </a:r>
            <a:r>
              <a:rPr lang="zh-CN" altLang="en-US"/>
              <a:t>无向图</a:t>
            </a:r>
            <a:endParaRPr lang="zh-CN" altLang="en-US"/>
          </a:p>
          <a:p>
            <a:r>
              <a:rPr lang="zh-CN" altLang="en-US"/>
              <a:t>②读入顶点数</a:t>
            </a:r>
            <a:r>
              <a:rPr lang="en-US" altLang="zh-CN"/>
              <a:t>n</a:t>
            </a:r>
            <a:r>
              <a:rPr lang="zh-CN" altLang="en-US"/>
              <a:t>和边数</a:t>
            </a:r>
            <a:r>
              <a:rPr lang="en-US" altLang="zh-CN"/>
              <a:t>e</a:t>
            </a:r>
            <a:r>
              <a:rPr lang="zh-CN" altLang="en-US"/>
              <a:t>，初始化图</a:t>
            </a:r>
            <a:r>
              <a:rPr lang="en-US" altLang="zh-CN"/>
              <a:t>G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③读入每条边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弧</a:t>
            </a:r>
            <a:r>
              <a:rPr lang="zh-CN" altLang="en-US"/>
              <a:t>的信息（起点</a:t>
            </a:r>
            <a:r>
              <a:rPr lang="en-US" altLang="zh-CN"/>
              <a:t>-</a:t>
            </a:r>
            <a:r>
              <a:rPr lang="zh-CN" altLang="en-US"/>
              <a:t>终点</a:t>
            </a:r>
            <a:r>
              <a:rPr lang="en-US" altLang="zh-CN"/>
              <a:t>-</a:t>
            </a:r>
            <a:r>
              <a:rPr lang="zh-CN" altLang="en-US"/>
              <a:t>权重），完成图</a:t>
            </a:r>
            <a:r>
              <a:rPr lang="en-US" altLang="zh-CN"/>
              <a:t>G</a:t>
            </a:r>
            <a:r>
              <a:rPr lang="zh-CN" altLang="en-US">
                <a:sym typeface="+mn-ea"/>
              </a:rPr>
              <a:t>邻接表</a:t>
            </a:r>
            <a:r>
              <a:rPr lang="zh-CN" altLang="en-US"/>
              <a:t>的构造。</a:t>
            </a:r>
            <a:endParaRPr lang="zh-CN" altLang="en-US"/>
          </a:p>
          <a:p>
            <a:pPr algn="l">
              <a:buClrTx/>
              <a:buSzTx/>
              <a:buNone/>
            </a:pPr>
            <a:r>
              <a:rPr lang="zh-CN" altLang="en-US"/>
              <a:t>④</a:t>
            </a:r>
            <a:r>
              <a:rPr lang="zh-CN" altLang="en-US">
                <a:sym typeface="+mn-ea"/>
              </a:rPr>
              <a:t>输出指定顶点的邻接点信息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367145" y="4058285"/>
            <a:ext cx="245173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typedef struct VNode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{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    PtrToAVNode First;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}AdjList[MaxVertexNum];</a:t>
            </a:r>
            <a:endParaRPr lang="zh-CN" altLang="en-US" sz="1600">
              <a:sym typeface="+mn-ea"/>
            </a:endParaRPr>
          </a:p>
        </p:txBody>
      </p:sp>
      <p:sp>
        <p:nvSpPr>
          <p:cNvPr id="118" name="文本框 117"/>
          <p:cNvSpPr txBox="1"/>
          <p:nvPr>
            <p:custDataLst>
              <p:tags r:id="rId13"/>
            </p:custDataLst>
          </p:nvPr>
        </p:nvSpPr>
        <p:spPr>
          <a:xfrm>
            <a:off x="8818880" y="3511550"/>
            <a:ext cx="3420745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rgbClr val="FF0000"/>
                </a:solidFill>
              </a:rPr>
              <a:t>邻接表结点的定义</a:t>
            </a:r>
            <a:endParaRPr lang="zh-CN" altLang="en-US" sz="1600">
              <a:solidFill>
                <a:srgbClr val="FF0000"/>
              </a:solidFill>
            </a:endParaRPr>
          </a:p>
          <a:p>
            <a:r>
              <a:rPr lang="zh-CN" altLang="en-US" sz="1600"/>
              <a:t>typedef struct AVNode *PtrToAVNode;</a:t>
            </a:r>
            <a:endParaRPr lang="zh-CN" altLang="en-US" sz="1600"/>
          </a:p>
          <a:p>
            <a:r>
              <a:rPr lang="zh-CN" altLang="en-US" sz="1600"/>
              <a:t>struct AVNode</a:t>
            </a:r>
            <a:endParaRPr lang="zh-CN" altLang="en-US" sz="1600"/>
          </a:p>
          <a:p>
            <a:r>
              <a:rPr lang="zh-CN" altLang="en-US" sz="1600"/>
              <a:t>{</a:t>
            </a:r>
            <a:endParaRPr lang="zh-CN" altLang="en-US" sz="1600"/>
          </a:p>
          <a:p>
            <a:r>
              <a:rPr lang="zh-CN" altLang="en-US" sz="1600"/>
              <a:t>    Vertex V;</a:t>
            </a:r>
            <a:r>
              <a:rPr lang="en-US" altLang="zh-CN" sz="1600"/>
              <a:t> // </a:t>
            </a:r>
            <a:r>
              <a:rPr lang="zh-CN" altLang="en-US" sz="1600"/>
              <a:t>终点</a:t>
            </a:r>
            <a:endParaRPr lang="zh-CN" altLang="en-US" sz="1600"/>
          </a:p>
          <a:p>
            <a:r>
              <a:rPr lang="zh-CN" altLang="en-US" sz="1600"/>
              <a:t>    WeightType Weight;</a:t>
            </a:r>
            <a:r>
              <a:rPr lang="en-US" altLang="zh-CN" sz="1600"/>
              <a:t> // </a:t>
            </a:r>
            <a:r>
              <a:rPr lang="zh-CN" altLang="en-US" sz="1600"/>
              <a:t>边</a:t>
            </a:r>
            <a:r>
              <a:rPr lang="zh-CN" altLang="en-US" sz="1600"/>
              <a:t>的权重</a:t>
            </a:r>
            <a:endParaRPr lang="zh-CN" altLang="en-US" sz="1600"/>
          </a:p>
          <a:p>
            <a:r>
              <a:rPr lang="zh-CN" altLang="en-US" sz="1600"/>
              <a:t>    PtrToAVNode next;</a:t>
            </a:r>
            <a:endParaRPr lang="zh-CN" altLang="en-US" sz="1600"/>
          </a:p>
          <a:p>
            <a:r>
              <a:rPr lang="zh-CN" altLang="en-US" sz="1600"/>
              <a:t>};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75030" y="553085"/>
            <a:ext cx="10178415" cy="783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编写完整的程序，构建一个有n（自己定义）个顶点和e条边的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带权图G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。该图使用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邻接表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存储，并遍历邻接表，输出指定顶点的邻接点信息。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011680" y="3746500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78355" y="3801110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5" name="椭圆 4"/>
          <p:cNvSpPr/>
          <p:nvPr>
            <p:custDataLst>
              <p:tags r:id="rId1"/>
            </p:custDataLst>
          </p:nvPr>
        </p:nvSpPr>
        <p:spPr>
          <a:xfrm>
            <a:off x="1073785" y="4595495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140460" y="4650105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023870" y="4595495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090545" y="4650105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10" name="椭圆 9"/>
          <p:cNvSpPr/>
          <p:nvPr>
            <p:custDataLst>
              <p:tags r:id="rId5"/>
            </p:custDataLst>
          </p:nvPr>
        </p:nvSpPr>
        <p:spPr>
          <a:xfrm>
            <a:off x="2011680" y="5518150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2078355" y="5572760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cxnSp>
        <p:nvCxnSpPr>
          <p:cNvPr id="21" name="直接箭头连接符 20"/>
          <p:cNvCxnSpPr>
            <a:stCxn id="10" idx="1"/>
          </p:cNvCxnSpPr>
          <p:nvPr/>
        </p:nvCxnSpPr>
        <p:spPr>
          <a:xfrm flipH="1" flipV="1">
            <a:off x="1506220" y="5008880"/>
            <a:ext cx="579120" cy="579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1567180" y="4922520"/>
            <a:ext cx="614680" cy="5994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3" idx="3"/>
          </p:cNvCxnSpPr>
          <p:nvPr/>
        </p:nvCxnSpPr>
        <p:spPr>
          <a:xfrm flipV="1">
            <a:off x="1501140" y="4153535"/>
            <a:ext cx="584200" cy="5200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0" idx="0"/>
            <a:endCxn id="10" idx="0"/>
          </p:cNvCxnSpPr>
          <p:nvPr/>
        </p:nvCxnSpPr>
        <p:spPr>
          <a:xfrm>
            <a:off x="2262505" y="551815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0" idx="0"/>
            <a:endCxn id="3" idx="4"/>
          </p:cNvCxnSpPr>
          <p:nvPr/>
        </p:nvCxnSpPr>
        <p:spPr>
          <a:xfrm flipV="1">
            <a:off x="2262505" y="4223385"/>
            <a:ext cx="0" cy="12947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2476500" y="4114800"/>
            <a:ext cx="619760" cy="538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764155" y="405828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1530350" y="4062730"/>
            <a:ext cx="26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2262505" y="452437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1506220" y="5219700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1812290" y="491172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cxnSp>
        <p:nvCxnSpPr>
          <p:cNvPr id="12" name="直接连接符 11"/>
          <p:cNvCxnSpPr/>
          <p:nvPr/>
        </p:nvCxnSpPr>
        <p:spPr>
          <a:xfrm>
            <a:off x="5866130" y="1525905"/>
            <a:ext cx="24130" cy="476567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7" name="文本框 116"/>
          <p:cNvSpPr txBox="1"/>
          <p:nvPr>
            <p:custDataLst>
              <p:tags r:id="rId11"/>
            </p:custDataLst>
          </p:nvPr>
        </p:nvSpPr>
        <p:spPr>
          <a:xfrm>
            <a:off x="6204585" y="1336675"/>
            <a:ext cx="3359785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rgbClr val="FF0000"/>
                </a:solidFill>
              </a:rPr>
              <a:t>// 图的定义</a:t>
            </a:r>
            <a:endParaRPr lang="zh-CN" altLang="en-US" sz="1600">
              <a:solidFill>
                <a:srgbClr val="FF0000"/>
              </a:solidFill>
            </a:endParaRPr>
          </a:p>
          <a:p>
            <a:r>
              <a:rPr lang="zh-CN" altLang="en-US" sz="1600"/>
              <a:t>typedef struct GNode *</a:t>
            </a:r>
            <a:r>
              <a:rPr lang="zh-CN" altLang="en-US" sz="1600">
                <a:sym typeface="+mn-ea"/>
              </a:rPr>
              <a:t>LGraph</a:t>
            </a:r>
            <a:r>
              <a:rPr lang="zh-CN" altLang="en-US" sz="1600"/>
              <a:t>;</a:t>
            </a:r>
            <a:endParaRPr lang="zh-CN" altLang="en-US" sz="1600"/>
          </a:p>
          <a:p>
            <a:r>
              <a:rPr lang="zh-CN" altLang="en-US" sz="1600"/>
              <a:t>struct GNode</a:t>
            </a:r>
            <a:endParaRPr lang="zh-CN" altLang="en-US" sz="1600"/>
          </a:p>
          <a:p>
            <a:r>
              <a:rPr lang="zh-CN" altLang="en-US" sz="1600"/>
              <a:t>{</a:t>
            </a:r>
            <a:endParaRPr lang="zh-CN" altLang="en-US" sz="1600"/>
          </a:p>
          <a:p>
            <a:r>
              <a:rPr lang="zh-CN" altLang="en-US" sz="1600"/>
              <a:t>    </a:t>
            </a:r>
            <a:r>
              <a:rPr lang="zh-CN" altLang="en-US" sz="1600">
                <a:highlight>
                  <a:srgbClr val="FFFF00"/>
                </a:highlight>
              </a:rPr>
              <a:t>int Nv; // 顶点数</a:t>
            </a:r>
            <a:endParaRPr lang="zh-CN" altLang="en-US" sz="1600"/>
          </a:p>
          <a:p>
            <a:r>
              <a:rPr lang="zh-CN" altLang="en-US" sz="1600"/>
              <a:t>    </a:t>
            </a:r>
            <a:r>
              <a:rPr lang="zh-CN" altLang="en-US" sz="1600">
                <a:highlight>
                  <a:srgbClr val="FFFF00"/>
                </a:highlight>
              </a:rPr>
              <a:t>int Ne; // 边数</a:t>
            </a:r>
            <a:endParaRPr lang="zh-CN" altLang="en-US" sz="1600"/>
          </a:p>
          <a:p>
            <a:r>
              <a:rPr lang="zh-CN" altLang="en-US" sz="1600"/>
              <a:t>    AdjList G; // 邻接表</a:t>
            </a:r>
            <a:endParaRPr lang="zh-CN" altLang="en-US" sz="1600"/>
          </a:p>
          <a:p>
            <a:r>
              <a:rPr lang="zh-CN" altLang="en-US" sz="1600"/>
              <a:t>};</a:t>
            </a:r>
            <a:endParaRPr lang="zh-CN" altLang="en-US" sz="1600"/>
          </a:p>
        </p:txBody>
      </p:sp>
      <p:sp>
        <p:nvSpPr>
          <p:cNvPr id="119" name="文本框 118"/>
          <p:cNvSpPr txBox="1"/>
          <p:nvPr>
            <p:custDataLst>
              <p:tags r:id="rId12"/>
            </p:custDataLst>
          </p:nvPr>
        </p:nvSpPr>
        <p:spPr>
          <a:xfrm>
            <a:off x="607060" y="1555750"/>
            <a:ext cx="47821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程序流程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①</a:t>
            </a:r>
            <a:r>
              <a:rPr lang="zh-CN" altLang="en-US">
                <a:highlight>
                  <a:srgbClr val="FFFF00"/>
                </a:highlight>
              </a:rPr>
              <a:t>有向图</a:t>
            </a:r>
            <a:r>
              <a:rPr lang="zh-CN" altLang="en-US"/>
              <a:t>还是</a:t>
            </a:r>
            <a:r>
              <a:rPr lang="zh-CN" altLang="en-US"/>
              <a:t>无向图</a:t>
            </a:r>
            <a:endParaRPr lang="zh-CN" altLang="en-US"/>
          </a:p>
          <a:p>
            <a:r>
              <a:rPr lang="zh-CN" altLang="en-US"/>
              <a:t>②</a:t>
            </a:r>
            <a:r>
              <a:rPr lang="zh-CN" altLang="en-US">
                <a:highlight>
                  <a:srgbClr val="FFFF00"/>
                </a:highlight>
              </a:rPr>
              <a:t>读入顶点数</a:t>
            </a:r>
            <a:r>
              <a:rPr lang="en-US" altLang="zh-CN">
                <a:highlight>
                  <a:srgbClr val="FFFF00"/>
                </a:highlight>
              </a:rPr>
              <a:t>n</a:t>
            </a:r>
            <a:r>
              <a:rPr lang="zh-CN" altLang="en-US">
                <a:highlight>
                  <a:srgbClr val="FFFF00"/>
                </a:highlight>
              </a:rPr>
              <a:t>和边数</a:t>
            </a:r>
            <a:r>
              <a:rPr lang="en-US" altLang="zh-CN">
                <a:highlight>
                  <a:srgbClr val="FFFF00"/>
                </a:highlight>
              </a:rPr>
              <a:t>e</a:t>
            </a:r>
            <a:r>
              <a:rPr lang="zh-CN" altLang="en-US">
                <a:highlight>
                  <a:srgbClr val="FFFF00"/>
                </a:highlight>
              </a:rPr>
              <a:t>，初始化图</a:t>
            </a:r>
            <a:r>
              <a:rPr lang="en-US" altLang="zh-CN">
                <a:highlight>
                  <a:srgbClr val="FFFF00"/>
                </a:highlight>
              </a:rPr>
              <a:t>G</a:t>
            </a:r>
            <a:r>
              <a:rPr lang="zh-CN" altLang="en-US">
                <a:highlight>
                  <a:srgbClr val="FFFF00"/>
                </a:highlight>
              </a:rPr>
              <a:t>。</a:t>
            </a:r>
            <a:endParaRPr lang="zh-CN" altLang="en-US"/>
          </a:p>
          <a:p>
            <a:r>
              <a:rPr lang="zh-CN" altLang="en-US"/>
              <a:t>③读入每条边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弧</a:t>
            </a:r>
            <a:r>
              <a:rPr lang="zh-CN" altLang="en-US"/>
              <a:t>的信息（起点</a:t>
            </a:r>
            <a:r>
              <a:rPr lang="en-US" altLang="zh-CN"/>
              <a:t>-</a:t>
            </a:r>
            <a:r>
              <a:rPr lang="zh-CN" altLang="en-US"/>
              <a:t>终点</a:t>
            </a:r>
            <a:r>
              <a:rPr lang="en-US" altLang="zh-CN"/>
              <a:t>-</a:t>
            </a:r>
            <a:r>
              <a:rPr lang="zh-CN" altLang="en-US"/>
              <a:t>权重），完成图</a:t>
            </a:r>
            <a:r>
              <a:rPr lang="en-US" altLang="zh-CN"/>
              <a:t>G</a:t>
            </a:r>
            <a:r>
              <a:rPr lang="zh-CN" altLang="en-US">
                <a:sym typeface="+mn-ea"/>
              </a:rPr>
              <a:t>邻接表</a:t>
            </a:r>
            <a:r>
              <a:rPr lang="zh-CN" altLang="en-US"/>
              <a:t>的构造。</a:t>
            </a:r>
            <a:endParaRPr lang="zh-CN" altLang="en-US"/>
          </a:p>
          <a:p>
            <a:pPr algn="l">
              <a:buClrTx/>
              <a:buSzTx/>
              <a:buNone/>
            </a:pPr>
            <a:r>
              <a:rPr lang="zh-CN" altLang="en-US"/>
              <a:t>④</a:t>
            </a:r>
            <a:r>
              <a:rPr lang="zh-CN" altLang="en-US">
                <a:sym typeface="+mn-ea"/>
              </a:rPr>
              <a:t>输出指定顶点的邻接点信息</a:t>
            </a:r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6852920" y="4159885"/>
            <a:ext cx="1248410" cy="281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14"/>
            </p:custDataLst>
          </p:nvPr>
        </p:nvCxnSpPr>
        <p:spPr>
          <a:xfrm>
            <a:off x="7263765" y="4159885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矩形 19"/>
          <p:cNvSpPr/>
          <p:nvPr>
            <p:custDataLst>
              <p:tags r:id="rId15"/>
            </p:custDataLst>
          </p:nvPr>
        </p:nvSpPr>
        <p:spPr>
          <a:xfrm>
            <a:off x="6852920" y="4441190"/>
            <a:ext cx="1248410" cy="281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>
            <p:custDataLst>
              <p:tags r:id="rId16"/>
            </p:custDataLst>
          </p:nvPr>
        </p:nvCxnSpPr>
        <p:spPr>
          <a:xfrm>
            <a:off x="7263765" y="4441190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/>
          <p:nvPr>
            <p:custDataLst>
              <p:tags r:id="rId17"/>
            </p:custDataLst>
          </p:nvPr>
        </p:nvSpPr>
        <p:spPr>
          <a:xfrm>
            <a:off x="6853555" y="4722495"/>
            <a:ext cx="1247140" cy="281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>
            <p:custDataLst>
              <p:tags r:id="rId18"/>
            </p:custDataLst>
          </p:nvPr>
        </p:nvCxnSpPr>
        <p:spPr>
          <a:xfrm flipH="1">
            <a:off x="7256780" y="4690110"/>
            <a:ext cx="5715" cy="32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>
            <p:custDataLst>
              <p:tags r:id="rId19"/>
            </p:custDataLst>
          </p:nvPr>
        </p:nvSpPr>
        <p:spPr>
          <a:xfrm>
            <a:off x="6852920" y="5003800"/>
            <a:ext cx="1248410" cy="281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>
            <p:custDataLst>
              <p:tags r:id="rId20"/>
            </p:custDataLst>
          </p:nvPr>
        </p:nvCxnSpPr>
        <p:spPr>
          <a:xfrm>
            <a:off x="7263765" y="5003800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>
            <p:custDataLst>
              <p:tags r:id="rId21"/>
            </p:custDataLst>
          </p:nvPr>
        </p:nvSpPr>
        <p:spPr>
          <a:xfrm>
            <a:off x="7785735" y="5014595"/>
            <a:ext cx="273685" cy="233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63" name="文本框 62"/>
          <p:cNvSpPr txBox="1"/>
          <p:nvPr>
            <p:custDataLst>
              <p:tags r:id="rId22"/>
            </p:custDataLst>
          </p:nvPr>
        </p:nvSpPr>
        <p:spPr>
          <a:xfrm>
            <a:off x="6571615" y="412686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64" name="文本框 63"/>
          <p:cNvSpPr txBox="1"/>
          <p:nvPr>
            <p:custDataLst>
              <p:tags r:id="rId23"/>
            </p:custDataLst>
          </p:nvPr>
        </p:nvSpPr>
        <p:spPr>
          <a:xfrm>
            <a:off x="6571615" y="439293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65" name="文本框 64"/>
          <p:cNvSpPr txBox="1"/>
          <p:nvPr>
            <p:custDataLst>
              <p:tags r:id="rId24"/>
            </p:custDataLst>
          </p:nvPr>
        </p:nvSpPr>
        <p:spPr>
          <a:xfrm>
            <a:off x="6571615" y="469011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</a:t>
            </a:r>
            <a:endParaRPr lang="en-US" altLang="zh-CN" sz="1600"/>
          </a:p>
        </p:txBody>
      </p:sp>
      <p:sp>
        <p:nvSpPr>
          <p:cNvPr id="66" name="文本框 65"/>
          <p:cNvSpPr txBox="1"/>
          <p:nvPr>
            <p:custDataLst>
              <p:tags r:id="rId25"/>
            </p:custDataLst>
          </p:nvPr>
        </p:nvSpPr>
        <p:spPr>
          <a:xfrm>
            <a:off x="6571615" y="495617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3</a:t>
            </a:r>
            <a:endParaRPr lang="en-US" altLang="zh-CN" sz="1600"/>
          </a:p>
        </p:txBody>
      </p:sp>
      <p:cxnSp>
        <p:nvCxnSpPr>
          <p:cNvPr id="69" name="直接连接符 68"/>
          <p:cNvCxnSpPr/>
          <p:nvPr>
            <p:custDataLst>
              <p:tags r:id="rId26"/>
            </p:custDataLst>
          </p:nvPr>
        </p:nvCxnSpPr>
        <p:spPr>
          <a:xfrm>
            <a:off x="7703185" y="4159885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>
            <p:custDataLst>
              <p:tags r:id="rId27"/>
            </p:custDataLst>
          </p:nvPr>
        </p:nvCxnSpPr>
        <p:spPr>
          <a:xfrm>
            <a:off x="7703185" y="4441190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>
            <p:custDataLst>
              <p:tags r:id="rId28"/>
            </p:custDataLst>
          </p:nvPr>
        </p:nvCxnSpPr>
        <p:spPr>
          <a:xfrm>
            <a:off x="7705725" y="4722495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>
            <p:custDataLst>
              <p:tags r:id="rId29"/>
            </p:custDataLst>
          </p:nvPr>
        </p:nvCxnSpPr>
        <p:spPr>
          <a:xfrm>
            <a:off x="7703185" y="5003800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>
            <p:custDataLst>
              <p:tags r:id="rId30"/>
            </p:custDataLst>
          </p:nvPr>
        </p:nvSpPr>
        <p:spPr>
          <a:xfrm>
            <a:off x="6952615" y="412686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102" name="文本框 101"/>
          <p:cNvSpPr txBox="1"/>
          <p:nvPr>
            <p:custDataLst>
              <p:tags r:id="rId31"/>
            </p:custDataLst>
          </p:nvPr>
        </p:nvSpPr>
        <p:spPr>
          <a:xfrm>
            <a:off x="6952615" y="440690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103" name="文本框 102"/>
          <p:cNvSpPr txBox="1"/>
          <p:nvPr>
            <p:custDataLst>
              <p:tags r:id="rId32"/>
            </p:custDataLst>
          </p:nvPr>
        </p:nvSpPr>
        <p:spPr>
          <a:xfrm>
            <a:off x="6952615" y="467741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</a:t>
            </a:r>
            <a:endParaRPr lang="en-US" altLang="zh-CN" sz="1600"/>
          </a:p>
        </p:txBody>
      </p:sp>
      <p:sp>
        <p:nvSpPr>
          <p:cNvPr id="104" name="文本框 103"/>
          <p:cNvSpPr txBox="1"/>
          <p:nvPr>
            <p:custDataLst>
              <p:tags r:id="rId33"/>
            </p:custDataLst>
          </p:nvPr>
        </p:nvSpPr>
        <p:spPr>
          <a:xfrm>
            <a:off x="6952615" y="495617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3</a:t>
            </a:r>
            <a:endParaRPr lang="en-US" altLang="zh-CN" sz="1600"/>
          </a:p>
        </p:txBody>
      </p:sp>
      <p:sp>
        <p:nvSpPr>
          <p:cNvPr id="16" name="文本框 15"/>
          <p:cNvSpPr txBox="1"/>
          <p:nvPr/>
        </p:nvSpPr>
        <p:spPr>
          <a:xfrm>
            <a:off x="6497955" y="3847465"/>
            <a:ext cx="6775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序号</a:t>
            </a:r>
            <a:endParaRPr lang="zh-CN" altLang="en-US" sz="1200"/>
          </a:p>
        </p:txBody>
      </p:sp>
      <p:sp>
        <p:nvSpPr>
          <p:cNvPr id="17" name="文本框 16"/>
          <p:cNvSpPr txBox="1"/>
          <p:nvPr>
            <p:custDataLst>
              <p:tags r:id="rId34"/>
            </p:custDataLst>
          </p:nvPr>
        </p:nvSpPr>
        <p:spPr>
          <a:xfrm>
            <a:off x="7785735" y="4173220"/>
            <a:ext cx="273685" cy="233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18" name="文本框 17"/>
          <p:cNvSpPr txBox="1"/>
          <p:nvPr>
            <p:custDataLst>
              <p:tags r:id="rId35"/>
            </p:custDataLst>
          </p:nvPr>
        </p:nvSpPr>
        <p:spPr>
          <a:xfrm>
            <a:off x="7785735" y="4456430"/>
            <a:ext cx="273685" cy="233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19" name="文本框 18"/>
          <p:cNvSpPr txBox="1"/>
          <p:nvPr>
            <p:custDataLst>
              <p:tags r:id="rId36"/>
            </p:custDataLst>
          </p:nvPr>
        </p:nvSpPr>
        <p:spPr>
          <a:xfrm>
            <a:off x="7785735" y="4770120"/>
            <a:ext cx="273685" cy="233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75030" y="553085"/>
            <a:ext cx="10178415" cy="783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编写完整的程序，构建一个有n（自己定义）个顶点和e条边的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带权图G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。该图使用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邻接表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存储，并遍历邻接表，输出指定顶点的邻接点信息。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011680" y="3746500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78355" y="3801110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5" name="椭圆 4"/>
          <p:cNvSpPr/>
          <p:nvPr>
            <p:custDataLst>
              <p:tags r:id="rId1"/>
            </p:custDataLst>
          </p:nvPr>
        </p:nvSpPr>
        <p:spPr>
          <a:xfrm>
            <a:off x="1073785" y="4595495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140460" y="4650105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023870" y="4595495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090545" y="4650105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10" name="椭圆 9"/>
          <p:cNvSpPr/>
          <p:nvPr>
            <p:custDataLst>
              <p:tags r:id="rId5"/>
            </p:custDataLst>
          </p:nvPr>
        </p:nvSpPr>
        <p:spPr>
          <a:xfrm>
            <a:off x="2011680" y="5518150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2078355" y="5572760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cxnSp>
        <p:nvCxnSpPr>
          <p:cNvPr id="21" name="直接箭头连接符 20"/>
          <p:cNvCxnSpPr>
            <a:stCxn id="10" idx="1"/>
          </p:cNvCxnSpPr>
          <p:nvPr/>
        </p:nvCxnSpPr>
        <p:spPr>
          <a:xfrm flipH="1" flipV="1">
            <a:off x="1506220" y="5008880"/>
            <a:ext cx="579120" cy="579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1567180" y="4922520"/>
            <a:ext cx="614680" cy="5994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3" idx="3"/>
          </p:cNvCxnSpPr>
          <p:nvPr/>
        </p:nvCxnSpPr>
        <p:spPr>
          <a:xfrm flipV="1">
            <a:off x="1501140" y="4153535"/>
            <a:ext cx="584200" cy="5200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0" idx="0"/>
            <a:endCxn id="10" idx="0"/>
          </p:cNvCxnSpPr>
          <p:nvPr/>
        </p:nvCxnSpPr>
        <p:spPr>
          <a:xfrm>
            <a:off x="2262505" y="551815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0" idx="0"/>
            <a:endCxn id="3" idx="4"/>
          </p:cNvCxnSpPr>
          <p:nvPr/>
        </p:nvCxnSpPr>
        <p:spPr>
          <a:xfrm flipV="1">
            <a:off x="2262505" y="4223385"/>
            <a:ext cx="0" cy="12947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2476500" y="4114800"/>
            <a:ext cx="619760" cy="538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764155" y="405828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1530350" y="4062730"/>
            <a:ext cx="26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2262505" y="452437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1506220" y="5219700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1812290" y="491172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cxnSp>
        <p:nvCxnSpPr>
          <p:cNvPr id="12" name="直接连接符 11"/>
          <p:cNvCxnSpPr/>
          <p:nvPr/>
        </p:nvCxnSpPr>
        <p:spPr>
          <a:xfrm>
            <a:off x="5866130" y="1525905"/>
            <a:ext cx="24130" cy="476567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7" name="文本框 116"/>
          <p:cNvSpPr txBox="1"/>
          <p:nvPr>
            <p:custDataLst>
              <p:tags r:id="rId11"/>
            </p:custDataLst>
          </p:nvPr>
        </p:nvSpPr>
        <p:spPr>
          <a:xfrm>
            <a:off x="6204585" y="1336675"/>
            <a:ext cx="3359785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rgbClr val="FF0000"/>
                </a:solidFill>
              </a:rPr>
              <a:t>// 图的定义</a:t>
            </a:r>
            <a:endParaRPr lang="zh-CN" altLang="en-US" sz="1600">
              <a:solidFill>
                <a:srgbClr val="FF0000"/>
              </a:solidFill>
            </a:endParaRPr>
          </a:p>
          <a:p>
            <a:r>
              <a:rPr lang="zh-CN" altLang="en-US" sz="1600"/>
              <a:t>typedef struct GNode *</a:t>
            </a:r>
            <a:r>
              <a:rPr lang="zh-CN" altLang="en-US" sz="1600">
                <a:sym typeface="+mn-ea"/>
              </a:rPr>
              <a:t>LGraph</a:t>
            </a:r>
            <a:r>
              <a:rPr lang="zh-CN" altLang="en-US" sz="1600"/>
              <a:t>;</a:t>
            </a:r>
            <a:endParaRPr lang="zh-CN" altLang="en-US" sz="1600"/>
          </a:p>
          <a:p>
            <a:r>
              <a:rPr lang="zh-CN" altLang="en-US" sz="1600"/>
              <a:t>struct GNode</a:t>
            </a:r>
            <a:endParaRPr lang="zh-CN" altLang="en-US" sz="1600"/>
          </a:p>
          <a:p>
            <a:r>
              <a:rPr lang="zh-CN" altLang="en-US" sz="1600"/>
              <a:t>{</a:t>
            </a:r>
            <a:endParaRPr lang="zh-CN" altLang="en-US" sz="1600"/>
          </a:p>
          <a:p>
            <a:r>
              <a:rPr lang="zh-CN" altLang="en-US" sz="1600"/>
              <a:t>    </a:t>
            </a:r>
            <a:r>
              <a:rPr lang="zh-CN" altLang="en-US" sz="1600">
                <a:highlight>
                  <a:srgbClr val="FFFF00"/>
                </a:highlight>
              </a:rPr>
              <a:t>int Nv; // 顶点数</a:t>
            </a:r>
            <a:endParaRPr lang="zh-CN" altLang="en-US" sz="1600"/>
          </a:p>
          <a:p>
            <a:r>
              <a:rPr lang="zh-CN" altLang="en-US" sz="1600"/>
              <a:t>    </a:t>
            </a:r>
            <a:r>
              <a:rPr lang="zh-CN" altLang="en-US" sz="1600">
                <a:highlight>
                  <a:srgbClr val="FFFF00"/>
                </a:highlight>
              </a:rPr>
              <a:t>int Ne; // 边数</a:t>
            </a:r>
            <a:endParaRPr lang="zh-CN" altLang="en-US" sz="1600"/>
          </a:p>
          <a:p>
            <a:r>
              <a:rPr lang="zh-CN" altLang="en-US" sz="1600"/>
              <a:t>    AdjList G; // 邻接表</a:t>
            </a:r>
            <a:endParaRPr lang="zh-CN" altLang="en-US" sz="1600"/>
          </a:p>
          <a:p>
            <a:r>
              <a:rPr lang="zh-CN" altLang="en-US" sz="1600"/>
              <a:t>};</a:t>
            </a:r>
            <a:endParaRPr lang="zh-CN" altLang="en-US" sz="1600"/>
          </a:p>
        </p:txBody>
      </p:sp>
      <p:sp>
        <p:nvSpPr>
          <p:cNvPr id="119" name="文本框 118"/>
          <p:cNvSpPr txBox="1"/>
          <p:nvPr>
            <p:custDataLst>
              <p:tags r:id="rId12"/>
            </p:custDataLst>
          </p:nvPr>
        </p:nvSpPr>
        <p:spPr>
          <a:xfrm>
            <a:off x="607060" y="1555750"/>
            <a:ext cx="47821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程序流程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①</a:t>
            </a:r>
            <a:r>
              <a:rPr lang="zh-CN" altLang="en-US">
                <a:highlight>
                  <a:srgbClr val="FFFF00"/>
                </a:highlight>
              </a:rPr>
              <a:t>有向图</a:t>
            </a:r>
            <a:r>
              <a:rPr lang="zh-CN" altLang="en-US"/>
              <a:t>还是</a:t>
            </a:r>
            <a:r>
              <a:rPr lang="zh-CN" altLang="en-US"/>
              <a:t>无向图</a:t>
            </a:r>
            <a:endParaRPr lang="zh-CN" altLang="en-US"/>
          </a:p>
          <a:p>
            <a:r>
              <a:rPr lang="zh-CN" altLang="en-US"/>
              <a:t>②读入顶点数</a:t>
            </a:r>
            <a:r>
              <a:rPr lang="en-US" altLang="zh-CN"/>
              <a:t>n</a:t>
            </a:r>
            <a:r>
              <a:rPr lang="zh-CN" altLang="en-US"/>
              <a:t>和边数</a:t>
            </a:r>
            <a:r>
              <a:rPr lang="en-US" altLang="zh-CN"/>
              <a:t>e</a:t>
            </a:r>
            <a:r>
              <a:rPr lang="zh-CN" altLang="en-US"/>
              <a:t>，初始化图</a:t>
            </a:r>
            <a:r>
              <a:rPr lang="en-US" altLang="zh-CN"/>
              <a:t>G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③</a:t>
            </a:r>
            <a:r>
              <a:rPr lang="zh-CN" altLang="en-US">
                <a:highlight>
                  <a:srgbClr val="FFFF00"/>
                </a:highlight>
              </a:rPr>
              <a:t>读入每条边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/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弧</a:t>
            </a:r>
            <a:r>
              <a:rPr lang="zh-CN" altLang="en-US">
                <a:highlight>
                  <a:srgbClr val="FFFF00"/>
                </a:highlight>
              </a:rPr>
              <a:t>的信息（起点</a:t>
            </a:r>
            <a:r>
              <a:rPr lang="en-US" altLang="zh-CN">
                <a:highlight>
                  <a:srgbClr val="FFFF00"/>
                </a:highlight>
              </a:rPr>
              <a:t>-</a:t>
            </a:r>
            <a:r>
              <a:rPr lang="zh-CN" altLang="en-US">
                <a:highlight>
                  <a:srgbClr val="FFFF00"/>
                </a:highlight>
              </a:rPr>
              <a:t>终点</a:t>
            </a:r>
            <a:r>
              <a:rPr lang="en-US" altLang="zh-CN">
                <a:highlight>
                  <a:srgbClr val="FFFF00"/>
                </a:highlight>
              </a:rPr>
              <a:t>-</a:t>
            </a:r>
            <a:r>
              <a:rPr lang="zh-CN" altLang="en-US">
                <a:highlight>
                  <a:srgbClr val="FFFF00"/>
                </a:highlight>
              </a:rPr>
              <a:t>权重），完成图</a:t>
            </a:r>
            <a:r>
              <a:rPr lang="en-US" altLang="zh-CN">
                <a:highlight>
                  <a:srgbClr val="FFFF00"/>
                </a:highlight>
              </a:rPr>
              <a:t>G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邻接表</a:t>
            </a:r>
            <a:r>
              <a:rPr lang="zh-CN" altLang="en-US">
                <a:highlight>
                  <a:srgbClr val="FFFF00"/>
                </a:highlight>
              </a:rPr>
              <a:t>的构造。</a:t>
            </a:r>
            <a:endParaRPr lang="zh-CN" altLang="en-US"/>
          </a:p>
          <a:p>
            <a:pPr algn="l">
              <a:buClrTx/>
              <a:buSzTx/>
              <a:buNone/>
            </a:pPr>
            <a:r>
              <a:rPr lang="zh-CN" altLang="en-US"/>
              <a:t>④</a:t>
            </a:r>
            <a:r>
              <a:rPr lang="zh-CN" altLang="en-US">
                <a:sym typeface="+mn-ea"/>
              </a:rPr>
              <a:t>输出指定顶点的邻接点信息</a:t>
            </a: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13"/>
            </p:custDataLst>
          </p:nvPr>
        </p:nvSpPr>
        <p:spPr>
          <a:xfrm>
            <a:off x="6852920" y="4159885"/>
            <a:ext cx="1248410" cy="281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>
            <p:custDataLst>
              <p:tags r:id="rId14"/>
            </p:custDataLst>
          </p:nvPr>
        </p:nvCxnSpPr>
        <p:spPr>
          <a:xfrm>
            <a:off x="7263765" y="4159885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>
            <p:custDataLst>
              <p:tags r:id="rId15"/>
            </p:custDataLst>
          </p:nvPr>
        </p:nvSpPr>
        <p:spPr>
          <a:xfrm>
            <a:off x="6852920" y="4441190"/>
            <a:ext cx="1248410" cy="281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连接符 35"/>
          <p:cNvCxnSpPr/>
          <p:nvPr>
            <p:custDataLst>
              <p:tags r:id="rId16"/>
            </p:custDataLst>
          </p:nvPr>
        </p:nvCxnSpPr>
        <p:spPr>
          <a:xfrm>
            <a:off x="7263765" y="4441190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矩形 38"/>
          <p:cNvSpPr/>
          <p:nvPr>
            <p:custDataLst>
              <p:tags r:id="rId17"/>
            </p:custDataLst>
          </p:nvPr>
        </p:nvSpPr>
        <p:spPr>
          <a:xfrm>
            <a:off x="6853555" y="4722495"/>
            <a:ext cx="1247140" cy="281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/>
          <p:nvPr>
            <p:custDataLst>
              <p:tags r:id="rId18"/>
            </p:custDataLst>
          </p:nvPr>
        </p:nvCxnSpPr>
        <p:spPr>
          <a:xfrm flipH="1">
            <a:off x="7256780" y="4690110"/>
            <a:ext cx="5715" cy="32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矩形 40"/>
          <p:cNvSpPr/>
          <p:nvPr>
            <p:custDataLst>
              <p:tags r:id="rId19"/>
            </p:custDataLst>
          </p:nvPr>
        </p:nvSpPr>
        <p:spPr>
          <a:xfrm>
            <a:off x="6852920" y="5003800"/>
            <a:ext cx="1248410" cy="281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>
            <p:custDataLst>
              <p:tags r:id="rId20"/>
            </p:custDataLst>
          </p:nvPr>
        </p:nvCxnSpPr>
        <p:spPr>
          <a:xfrm>
            <a:off x="7263765" y="5003800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21"/>
            </p:custDataLst>
          </p:nvPr>
        </p:nvSpPr>
        <p:spPr>
          <a:xfrm>
            <a:off x="7785735" y="5014595"/>
            <a:ext cx="273685" cy="233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44" name="文本框 43"/>
          <p:cNvSpPr txBox="1"/>
          <p:nvPr>
            <p:custDataLst>
              <p:tags r:id="rId22"/>
            </p:custDataLst>
          </p:nvPr>
        </p:nvSpPr>
        <p:spPr>
          <a:xfrm>
            <a:off x="6571615" y="412686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45" name="文本框 44"/>
          <p:cNvSpPr txBox="1"/>
          <p:nvPr>
            <p:custDataLst>
              <p:tags r:id="rId23"/>
            </p:custDataLst>
          </p:nvPr>
        </p:nvSpPr>
        <p:spPr>
          <a:xfrm>
            <a:off x="6571615" y="439293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46" name="文本框 45"/>
          <p:cNvSpPr txBox="1"/>
          <p:nvPr>
            <p:custDataLst>
              <p:tags r:id="rId24"/>
            </p:custDataLst>
          </p:nvPr>
        </p:nvSpPr>
        <p:spPr>
          <a:xfrm>
            <a:off x="6571615" y="469011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</a:t>
            </a:r>
            <a:endParaRPr lang="en-US" altLang="zh-CN" sz="1600"/>
          </a:p>
        </p:txBody>
      </p:sp>
      <p:sp>
        <p:nvSpPr>
          <p:cNvPr id="47" name="文本框 46"/>
          <p:cNvSpPr txBox="1"/>
          <p:nvPr>
            <p:custDataLst>
              <p:tags r:id="rId25"/>
            </p:custDataLst>
          </p:nvPr>
        </p:nvSpPr>
        <p:spPr>
          <a:xfrm>
            <a:off x="6571615" y="495617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3</a:t>
            </a:r>
            <a:endParaRPr lang="en-US" altLang="zh-CN" sz="1600"/>
          </a:p>
        </p:txBody>
      </p:sp>
      <p:cxnSp>
        <p:nvCxnSpPr>
          <p:cNvPr id="48" name="直接连接符 47"/>
          <p:cNvCxnSpPr/>
          <p:nvPr>
            <p:custDataLst>
              <p:tags r:id="rId26"/>
            </p:custDataLst>
          </p:nvPr>
        </p:nvCxnSpPr>
        <p:spPr>
          <a:xfrm>
            <a:off x="7703185" y="4159885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>
            <p:custDataLst>
              <p:tags r:id="rId27"/>
            </p:custDataLst>
          </p:nvPr>
        </p:nvCxnSpPr>
        <p:spPr>
          <a:xfrm>
            <a:off x="7703185" y="4441190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>
            <p:custDataLst>
              <p:tags r:id="rId28"/>
            </p:custDataLst>
          </p:nvPr>
        </p:nvCxnSpPr>
        <p:spPr>
          <a:xfrm>
            <a:off x="7705725" y="4722495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>
            <p:custDataLst>
              <p:tags r:id="rId29"/>
            </p:custDataLst>
          </p:nvPr>
        </p:nvCxnSpPr>
        <p:spPr>
          <a:xfrm>
            <a:off x="7703185" y="5003800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矩形 75"/>
          <p:cNvSpPr/>
          <p:nvPr>
            <p:custDataLst>
              <p:tags r:id="rId30"/>
            </p:custDataLst>
          </p:nvPr>
        </p:nvSpPr>
        <p:spPr>
          <a:xfrm>
            <a:off x="8322945" y="4203700"/>
            <a:ext cx="1248410" cy="2152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7" name="直接连接符 76"/>
          <p:cNvCxnSpPr/>
          <p:nvPr>
            <p:custDataLst>
              <p:tags r:id="rId31"/>
            </p:custDataLst>
          </p:nvPr>
        </p:nvCxnSpPr>
        <p:spPr>
          <a:xfrm>
            <a:off x="8726805" y="4210050"/>
            <a:ext cx="3175" cy="21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>
            <p:custDataLst>
              <p:tags r:id="rId32"/>
            </p:custDataLst>
          </p:nvPr>
        </p:nvCxnSpPr>
        <p:spPr>
          <a:xfrm>
            <a:off x="9177655" y="4216400"/>
            <a:ext cx="3175" cy="190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endCxn id="76" idx="1"/>
          </p:cNvCxnSpPr>
          <p:nvPr>
            <p:custDataLst>
              <p:tags r:id="rId33"/>
            </p:custDataLst>
          </p:nvPr>
        </p:nvCxnSpPr>
        <p:spPr>
          <a:xfrm flipV="1">
            <a:off x="7929880" y="4311650"/>
            <a:ext cx="39306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矩形 81"/>
          <p:cNvSpPr/>
          <p:nvPr>
            <p:custDataLst>
              <p:tags r:id="rId34"/>
            </p:custDataLst>
          </p:nvPr>
        </p:nvSpPr>
        <p:spPr>
          <a:xfrm>
            <a:off x="8322945" y="4507230"/>
            <a:ext cx="1248410" cy="2152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3" name="直接连接符 82"/>
          <p:cNvCxnSpPr/>
          <p:nvPr>
            <p:custDataLst>
              <p:tags r:id="rId35"/>
            </p:custDataLst>
          </p:nvPr>
        </p:nvCxnSpPr>
        <p:spPr>
          <a:xfrm>
            <a:off x="8726805" y="4513580"/>
            <a:ext cx="3175" cy="21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>
            <p:custDataLst>
              <p:tags r:id="rId36"/>
            </p:custDataLst>
          </p:nvPr>
        </p:nvCxnSpPr>
        <p:spPr>
          <a:xfrm>
            <a:off x="9177655" y="4519930"/>
            <a:ext cx="3175" cy="190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endCxn id="82" idx="1"/>
          </p:cNvCxnSpPr>
          <p:nvPr>
            <p:custDataLst>
              <p:tags r:id="rId37"/>
            </p:custDataLst>
          </p:nvPr>
        </p:nvCxnSpPr>
        <p:spPr>
          <a:xfrm flipV="1">
            <a:off x="7929880" y="4615180"/>
            <a:ext cx="39306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矩形 85"/>
          <p:cNvSpPr/>
          <p:nvPr>
            <p:custDataLst>
              <p:tags r:id="rId38"/>
            </p:custDataLst>
          </p:nvPr>
        </p:nvSpPr>
        <p:spPr>
          <a:xfrm>
            <a:off x="9783445" y="4495165"/>
            <a:ext cx="1248410" cy="2152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7" name="直接连接符 86"/>
          <p:cNvCxnSpPr/>
          <p:nvPr>
            <p:custDataLst>
              <p:tags r:id="rId39"/>
            </p:custDataLst>
          </p:nvPr>
        </p:nvCxnSpPr>
        <p:spPr>
          <a:xfrm>
            <a:off x="10187305" y="4501515"/>
            <a:ext cx="3175" cy="21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>
            <p:custDataLst>
              <p:tags r:id="rId40"/>
            </p:custDataLst>
          </p:nvPr>
        </p:nvCxnSpPr>
        <p:spPr>
          <a:xfrm>
            <a:off x="10638155" y="4507865"/>
            <a:ext cx="3175" cy="190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endCxn id="86" idx="1"/>
          </p:cNvCxnSpPr>
          <p:nvPr>
            <p:custDataLst>
              <p:tags r:id="rId41"/>
            </p:custDataLst>
          </p:nvPr>
        </p:nvCxnSpPr>
        <p:spPr>
          <a:xfrm flipV="1">
            <a:off x="9390380" y="4603115"/>
            <a:ext cx="39306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矩形 89"/>
          <p:cNvSpPr/>
          <p:nvPr>
            <p:custDataLst>
              <p:tags r:id="rId42"/>
            </p:custDataLst>
          </p:nvPr>
        </p:nvSpPr>
        <p:spPr>
          <a:xfrm>
            <a:off x="8322945" y="4788535"/>
            <a:ext cx="1248410" cy="2152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1" name="直接连接符 90"/>
          <p:cNvCxnSpPr/>
          <p:nvPr>
            <p:custDataLst>
              <p:tags r:id="rId43"/>
            </p:custDataLst>
          </p:nvPr>
        </p:nvCxnSpPr>
        <p:spPr>
          <a:xfrm>
            <a:off x="8726805" y="4794885"/>
            <a:ext cx="3175" cy="21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>
            <p:custDataLst>
              <p:tags r:id="rId44"/>
            </p:custDataLst>
          </p:nvPr>
        </p:nvCxnSpPr>
        <p:spPr>
          <a:xfrm>
            <a:off x="9177655" y="4801235"/>
            <a:ext cx="3175" cy="190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endCxn id="90" idx="1"/>
          </p:cNvCxnSpPr>
          <p:nvPr>
            <p:custDataLst>
              <p:tags r:id="rId45"/>
            </p:custDataLst>
          </p:nvPr>
        </p:nvCxnSpPr>
        <p:spPr>
          <a:xfrm flipV="1">
            <a:off x="7929880" y="4896485"/>
            <a:ext cx="39306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4" name="矩形 93"/>
          <p:cNvSpPr/>
          <p:nvPr>
            <p:custDataLst>
              <p:tags r:id="rId46"/>
            </p:custDataLst>
          </p:nvPr>
        </p:nvSpPr>
        <p:spPr>
          <a:xfrm>
            <a:off x="9783445" y="4794885"/>
            <a:ext cx="1248410" cy="2152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5" name="直接连接符 94"/>
          <p:cNvCxnSpPr/>
          <p:nvPr>
            <p:custDataLst>
              <p:tags r:id="rId47"/>
            </p:custDataLst>
          </p:nvPr>
        </p:nvCxnSpPr>
        <p:spPr>
          <a:xfrm>
            <a:off x="10187305" y="4801235"/>
            <a:ext cx="3175" cy="21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>
            <p:custDataLst>
              <p:tags r:id="rId48"/>
            </p:custDataLst>
          </p:nvPr>
        </p:nvCxnSpPr>
        <p:spPr>
          <a:xfrm>
            <a:off x="10638155" y="4807585"/>
            <a:ext cx="3175" cy="190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>
            <a:endCxn id="94" idx="1"/>
          </p:cNvCxnSpPr>
          <p:nvPr>
            <p:custDataLst>
              <p:tags r:id="rId49"/>
            </p:custDataLst>
          </p:nvPr>
        </p:nvCxnSpPr>
        <p:spPr>
          <a:xfrm flipV="1">
            <a:off x="9390380" y="4902835"/>
            <a:ext cx="39306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>
            <p:custDataLst>
              <p:tags r:id="rId50"/>
            </p:custDataLst>
          </p:nvPr>
        </p:nvSpPr>
        <p:spPr>
          <a:xfrm>
            <a:off x="9233535" y="4185285"/>
            <a:ext cx="273685" cy="233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99" name="文本框 98"/>
          <p:cNvSpPr txBox="1"/>
          <p:nvPr>
            <p:custDataLst>
              <p:tags r:id="rId51"/>
            </p:custDataLst>
          </p:nvPr>
        </p:nvSpPr>
        <p:spPr>
          <a:xfrm>
            <a:off x="10721975" y="4476750"/>
            <a:ext cx="273685" cy="233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100" name="文本框 99"/>
          <p:cNvSpPr txBox="1"/>
          <p:nvPr>
            <p:custDataLst>
              <p:tags r:id="rId52"/>
            </p:custDataLst>
          </p:nvPr>
        </p:nvSpPr>
        <p:spPr>
          <a:xfrm>
            <a:off x="10721975" y="4758055"/>
            <a:ext cx="273685" cy="233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53"/>
            </p:custDataLst>
          </p:nvPr>
        </p:nvSpPr>
        <p:spPr>
          <a:xfrm>
            <a:off x="6952615" y="412686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53" name="文本框 52"/>
          <p:cNvSpPr txBox="1"/>
          <p:nvPr>
            <p:custDataLst>
              <p:tags r:id="rId54"/>
            </p:custDataLst>
          </p:nvPr>
        </p:nvSpPr>
        <p:spPr>
          <a:xfrm>
            <a:off x="6952615" y="440690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54" name="文本框 53"/>
          <p:cNvSpPr txBox="1"/>
          <p:nvPr>
            <p:custDataLst>
              <p:tags r:id="rId55"/>
            </p:custDataLst>
          </p:nvPr>
        </p:nvSpPr>
        <p:spPr>
          <a:xfrm>
            <a:off x="6952615" y="467741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</a:t>
            </a:r>
            <a:endParaRPr lang="en-US" altLang="zh-CN" sz="1600"/>
          </a:p>
        </p:txBody>
      </p:sp>
      <p:sp>
        <p:nvSpPr>
          <p:cNvPr id="55" name="文本框 54"/>
          <p:cNvSpPr txBox="1"/>
          <p:nvPr>
            <p:custDataLst>
              <p:tags r:id="rId56"/>
            </p:custDataLst>
          </p:nvPr>
        </p:nvSpPr>
        <p:spPr>
          <a:xfrm>
            <a:off x="6952615" y="495617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3</a:t>
            </a:r>
            <a:endParaRPr lang="en-US" altLang="zh-CN" sz="1600"/>
          </a:p>
        </p:txBody>
      </p:sp>
      <p:sp>
        <p:nvSpPr>
          <p:cNvPr id="105" name="文本框 104"/>
          <p:cNvSpPr txBox="1"/>
          <p:nvPr>
            <p:custDataLst>
              <p:tags r:id="rId57"/>
            </p:custDataLst>
          </p:nvPr>
        </p:nvSpPr>
        <p:spPr>
          <a:xfrm>
            <a:off x="8405495" y="412686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3</a:t>
            </a:r>
            <a:endParaRPr lang="en-US" altLang="zh-CN" sz="1600"/>
          </a:p>
        </p:txBody>
      </p:sp>
      <p:sp>
        <p:nvSpPr>
          <p:cNvPr id="106" name="文本框 105"/>
          <p:cNvSpPr txBox="1"/>
          <p:nvPr>
            <p:custDataLst>
              <p:tags r:id="rId58"/>
            </p:custDataLst>
          </p:nvPr>
        </p:nvSpPr>
        <p:spPr>
          <a:xfrm>
            <a:off x="8843010" y="413956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6</a:t>
            </a:r>
            <a:endParaRPr lang="en-US" altLang="zh-CN" sz="1600"/>
          </a:p>
        </p:txBody>
      </p:sp>
      <p:sp>
        <p:nvSpPr>
          <p:cNvPr id="107" name="文本框 106"/>
          <p:cNvSpPr txBox="1"/>
          <p:nvPr>
            <p:custDataLst>
              <p:tags r:id="rId59"/>
            </p:custDataLst>
          </p:nvPr>
        </p:nvSpPr>
        <p:spPr>
          <a:xfrm>
            <a:off x="8405495" y="444119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</a:t>
            </a:r>
            <a:endParaRPr lang="en-US" altLang="zh-CN" sz="1600"/>
          </a:p>
        </p:txBody>
      </p:sp>
      <p:sp>
        <p:nvSpPr>
          <p:cNvPr id="108" name="文本框 107"/>
          <p:cNvSpPr txBox="1"/>
          <p:nvPr>
            <p:custDataLst>
              <p:tags r:id="rId60"/>
            </p:custDataLst>
          </p:nvPr>
        </p:nvSpPr>
        <p:spPr>
          <a:xfrm>
            <a:off x="9868535" y="441896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109" name="文本框 108"/>
          <p:cNvSpPr txBox="1"/>
          <p:nvPr>
            <p:custDataLst>
              <p:tags r:id="rId61"/>
            </p:custDataLst>
          </p:nvPr>
        </p:nvSpPr>
        <p:spPr>
          <a:xfrm>
            <a:off x="9868535" y="472249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110" name="文本框 109"/>
          <p:cNvSpPr txBox="1"/>
          <p:nvPr>
            <p:custDataLst>
              <p:tags r:id="rId62"/>
            </p:custDataLst>
          </p:nvPr>
        </p:nvSpPr>
        <p:spPr>
          <a:xfrm>
            <a:off x="8405495" y="473011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111" name="文本框 110"/>
          <p:cNvSpPr txBox="1"/>
          <p:nvPr>
            <p:custDataLst>
              <p:tags r:id="rId63"/>
            </p:custDataLst>
          </p:nvPr>
        </p:nvSpPr>
        <p:spPr>
          <a:xfrm>
            <a:off x="8843010" y="444119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4</a:t>
            </a:r>
            <a:endParaRPr lang="en-US" altLang="zh-CN" sz="1600"/>
          </a:p>
        </p:txBody>
      </p:sp>
      <p:sp>
        <p:nvSpPr>
          <p:cNvPr id="112" name="文本框 111"/>
          <p:cNvSpPr txBox="1"/>
          <p:nvPr>
            <p:custDataLst>
              <p:tags r:id="rId64"/>
            </p:custDataLst>
          </p:nvPr>
        </p:nvSpPr>
        <p:spPr>
          <a:xfrm>
            <a:off x="10288905" y="444119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9</a:t>
            </a:r>
            <a:endParaRPr lang="en-US" altLang="zh-CN" sz="1600"/>
          </a:p>
        </p:txBody>
      </p:sp>
      <p:sp>
        <p:nvSpPr>
          <p:cNvPr id="113" name="文本框 112"/>
          <p:cNvSpPr txBox="1"/>
          <p:nvPr>
            <p:custDataLst>
              <p:tags r:id="rId65"/>
            </p:custDataLst>
          </p:nvPr>
        </p:nvSpPr>
        <p:spPr>
          <a:xfrm>
            <a:off x="8843010" y="471043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3</a:t>
            </a:r>
            <a:endParaRPr lang="en-US" altLang="zh-CN" sz="1600"/>
          </a:p>
        </p:txBody>
      </p:sp>
      <p:sp>
        <p:nvSpPr>
          <p:cNvPr id="114" name="文本框 113"/>
          <p:cNvSpPr txBox="1"/>
          <p:nvPr>
            <p:custDataLst>
              <p:tags r:id="rId66"/>
            </p:custDataLst>
          </p:nvPr>
        </p:nvSpPr>
        <p:spPr>
          <a:xfrm>
            <a:off x="10288905" y="473011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</a:t>
            </a:r>
            <a:endParaRPr lang="en-US" altLang="zh-CN" sz="1600"/>
          </a:p>
        </p:txBody>
      </p:sp>
      <p:sp>
        <p:nvSpPr>
          <p:cNvPr id="56" name="文本框 55"/>
          <p:cNvSpPr txBox="1"/>
          <p:nvPr>
            <p:custDataLst>
              <p:tags r:id="rId67"/>
            </p:custDataLst>
          </p:nvPr>
        </p:nvSpPr>
        <p:spPr>
          <a:xfrm>
            <a:off x="6497955" y="3847465"/>
            <a:ext cx="6775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序号</a:t>
            </a:r>
            <a:endParaRPr lang="zh-CN" altLang="en-US" sz="1200"/>
          </a:p>
        </p:txBody>
      </p:sp>
      <p:sp>
        <p:nvSpPr>
          <p:cNvPr id="57" name="文本框 56"/>
          <p:cNvSpPr txBox="1"/>
          <p:nvPr/>
        </p:nvSpPr>
        <p:spPr>
          <a:xfrm>
            <a:off x="9417050" y="3308985"/>
            <a:ext cx="1981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链表的插入操作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75030" y="553085"/>
            <a:ext cx="10178415" cy="783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编写完整的程序，构建一个有n（自己定义）个顶点和e条边的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带权图G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。该图使用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邻接表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存储，并遍历邻接表，输出指定顶点的邻接点信息。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011680" y="3746500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078355" y="3801110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5" name="椭圆 4"/>
          <p:cNvSpPr/>
          <p:nvPr>
            <p:custDataLst>
              <p:tags r:id="rId1"/>
            </p:custDataLst>
          </p:nvPr>
        </p:nvSpPr>
        <p:spPr>
          <a:xfrm>
            <a:off x="1073785" y="4595495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140460" y="4650105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023870" y="4595495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090545" y="4650105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10" name="椭圆 9"/>
          <p:cNvSpPr/>
          <p:nvPr>
            <p:custDataLst>
              <p:tags r:id="rId5"/>
            </p:custDataLst>
          </p:nvPr>
        </p:nvSpPr>
        <p:spPr>
          <a:xfrm>
            <a:off x="2011680" y="5518150"/>
            <a:ext cx="501650" cy="47688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2078355" y="5572760"/>
            <a:ext cx="434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cxnSp>
        <p:nvCxnSpPr>
          <p:cNvPr id="21" name="直接箭头连接符 20"/>
          <p:cNvCxnSpPr>
            <a:stCxn id="10" idx="1"/>
          </p:cNvCxnSpPr>
          <p:nvPr/>
        </p:nvCxnSpPr>
        <p:spPr>
          <a:xfrm flipH="1" flipV="1">
            <a:off x="1506220" y="5008880"/>
            <a:ext cx="579120" cy="579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1567180" y="4922520"/>
            <a:ext cx="614680" cy="5994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3" idx="3"/>
          </p:cNvCxnSpPr>
          <p:nvPr/>
        </p:nvCxnSpPr>
        <p:spPr>
          <a:xfrm flipV="1">
            <a:off x="1501140" y="4153535"/>
            <a:ext cx="584200" cy="5200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0" idx="0"/>
            <a:endCxn id="10" idx="0"/>
          </p:cNvCxnSpPr>
          <p:nvPr/>
        </p:nvCxnSpPr>
        <p:spPr>
          <a:xfrm>
            <a:off x="2262505" y="551815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0" idx="0"/>
            <a:endCxn id="3" idx="4"/>
          </p:cNvCxnSpPr>
          <p:nvPr/>
        </p:nvCxnSpPr>
        <p:spPr>
          <a:xfrm flipV="1">
            <a:off x="2262505" y="4223385"/>
            <a:ext cx="0" cy="12947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2476500" y="4114800"/>
            <a:ext cx="619760" cy="538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764155" y="405828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1530350" y="4062730"/>
            <a:ext cx="26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2262505" y="452437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1506220" y="5219700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1812290" y="4911725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cxnSp>
        <p:nvCxnSpPr>
          <p:cNvPr id="12" name="直接连接符 11"/>
          <p:cNvCxnSpPr/>
          <p:nvPr/>
        </p:nvCxnSpPr>
        <p:spPr>
          <a:xfrm>
            <a:off x="5866130" y="1525905"/>
            <a:ext cx="24130" cy="476567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7" name="文本框 116"/>
          <p:cNvSpPr txBox="1"/>
          <p:nvPr>
            <p:custDataLst>
              <p:tags r:id="rId11"/>
            </p:custDataLst>
          </p:nvPr>
        </p:nvSpPr>
        <p:spPr>
          <a:xfrm>
            <a:off x="6471285" y="1894205"/>
            <a:ext cx="53460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指定</a:t>
            </a:r>
            <a:r>
              <a:rPr lang="zh-CN" altLang="en-US" sz="1600"/>
              <a:t>顶点</a:t>
            </a:r>
            <a:r>
              <a:rPr lang="en-US" altLang="zh-CN" sz="1600"/>
              <a:t> =&gt; </a:t>
            </a:r>
            <a:r>
              <a:rPr lang="en-US" altLang="zh-CN" sz="1600">
                <a:solidFill>
                  <a:srgbClr val="FF0000"/>
                </a:solidFill>
              </a:rPr>
              <a:t>target_vertex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>
                <a:highlight>
                  <a:srgbClr val="FFFF00"/>
                </a:highlight>
              </a:rPr>
              <a:t>找到</a:t>
            </a:r>
            <a:r>
              <a:rPr lang="en-US" altLang="zh-CN" sz="1600">
                <a:highlight>
                  <a:srgbClr val="FFFF00"/>
                </a:highlight>
                <a:sym typeface="+mn-ea"/>
              </a:rPr>
              <a:t>target_vertex</a:t>
            </a:r>
            <a:r>
              <a:rPr lang="zh-CN" altLang="en-US" sz="1600">
                <a:highlight>
                  <a:srgbClr val="FFFF00"/>
                </a:highlight>
                <a:sym typeface="+mn-ea"/>
              </a:rPr>
              <a:t>对应单链表，然后遍历</a:t>
            </a:r>
            <a:r>
              <a:rPr lang="zh-CN" altLang="en-US" sz="1600">
                <a:highlight>
                  <a:srgbClr val="FFFF00"/>
                </a:highlight>
                <a:sym typeface="+mn-ea"/>
              </a:rPr>
              <a:t>该单链表即可。</a:t>
            </a:r>
            <a:endParaRPr lang="zh-CN" altLang="en-US" sz="1600">
              <a:highlight>
                <a:srgbClr val="FFFF00"/>
              </a:highlight>
              <a:sym typeface="+mn-ea"/>
            </a:endParaRPr>
          </a:p>
        </p:txBody>
      </p:sp>
      <p:sp>
        <p:nvSpPr>
          <p:cNvPr id="119" name="文本框 118"/>
          <p:cNvSpPr txBox="1"/>
          <p:nvPr>
            <p:custDataLst>
              <p:tags r:id="rId12"/>
            </p:custDataLst>
          </p:nvPr>
        </p:nvSpPr>
        <p:spPr>
          <a:xfrm>
            <a:off x="607060" y="1555750"/>
            <a:ext cx="47821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程序流程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①</a:t>
            </a:r>
            <a:r>
              <a:rPr lang="zh-CN" altLang="en-US">
                <a:highlight>
                  <a:srgbClr val="FFFF00"/>
                </a:highlight>
              </a:rPr>
              <a:t>有向图</a:t>
            </a:r>
            <a:r>
              <a:rPr lang="zh-CN" altLang="en-US"/>
              <a:t>还是</a:t>
            </a:r>
            <a:r>
              <a:rPr lang="zh-CN" altLang="en-US"/>
              <a:t>无向图</a:t>
            </a:r>
            <a:endParaRPr lang="zh-CN" altLang="en-US"/>
          </a:p>
          <a:p>
            <a:r>
              <a:rPr lang="zh-CN" altLang="en-US"/>
              <a:t>②读入顶点数</a:t>
            </a:r>
            <a:r>
              <a:rPr lang="en-US" altLang="zh-CN"/>
              <a:t>n</a:t>
            </a:r>
            <a:r>
              <a:rPr lang="zh-CN" altLang="en-US"/>
              <a:t>和边数</a:t>
            </a:r>
            <a:r>
              <a:rPr lang="en-US" altLang="zh-CN"/>
              <a:t>e</a:t>
            </a:r>
            <a:r>
              <a:rPr lang="zh-CN" altLang="en-US"/>
              <a:t>，初始化图</a:t>
            </a:r>
            <a:r>
              <a:rPr lang="en-US" altLang="zh-CN"/>
              <a:t>G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③读入每条边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弧</a:t>
            </a:r>
            <a:r>
              <a:rPr lang="zh-CN" altLang="en-US"/>
              <a:t>的信息（起点</a:t>
            </a:r>
            <a:r>
              <a:rPr lang="en-US" altLang="zh-CN"/>
              <a:t>-</a:t>
            </a:r>
            <a:r>
              <a:rPr lang="zh-CN" altLang="en-US"/>
              <a:t>终点</a:t>
            </a:r>
            <a:r>
              <a:rPr lang="en-US" altLang="zh-CN"/>
              <a:t>-</a:t>
            </a:r>
            <a:r>
              <a:rPr lang="zh-CN" altLang="en-US"/>
              <a:t>权重），完成图</a:t>
            </a:r>
            <a:r>
              <a:rPr lang="en-US" altLang="zh-CN"/>
              <a:t>G</a:t>
            </a:r>
            <a:r>
              <a:rPr lang="zh-CN" altLang="en-US">
                <a:sym typeface="+mn-ea"/>
              </a:rPr>
              <a:t>邻接表</a:t>
            </a:r>
            <a:r>
              <a:rPr lang="zh-CN" altLang="en-US"/>
              <a:t>的构造。</a:t>
            </a:r>
            <a:endParaRPr lang="zh-CN" altLang="en-US"/>
          </a:p>
          <a:p>
            <a:pPr algn="l">
              <a:buClrTx/>
              <a:buSzTx/>
              <a:buNone/>
            </a:pPr>
            <a:r>
              <a:rPr lang="zh-CN" altLang="en-US"/>
              <a:t>④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输出指定顶点的邻接点信息</a:t>
            </a:r>
            <a:endParaRPr lang="zh-CN" altLang="en-US">
              <a:highlight>
                <a:srgbClr val="FFFF00"/>
              </a:highlight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6852920" y="4159885"/>
            <a:ext cx="1248410" cy="281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14"/>
            </p:custDataLst>
          </p:nvPr>
        </p:nvCxnSpPr>
        <p:spPr>
          <a:xfrm>
            <a:off x="7263765" y="4159885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矩形 19"/>
          <p:cNvSpPr/>
          <p:nvPr>
            <p:custDataLst>
              <p:tags r:id="rId15"/>
            </p:custDataLst>
          </p:nvPr>
        </p:nvSpPr>
        <p:spPr>
          <a:xfrm>
            <a:off x="6852920" y="4441190"/>
            <a:ext cx="1248410" cy="281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>
            <p:custDataLst>
              <p:tags r:id="rId16"/>
            </p:custDataLst>
          </p:nvPr>
        </p:nvCxnSpPr>
        <p:spPr>
          <a:xfrm>
            <a:off x="7263765" y="4441190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/>
          <p:nvPr>
            <p:custDataLst>
              <p:tags r:id="rId17"/>
            </p:custDataLst>
          </p:nvPr>
        </p:nvSpPr>
        <p:spPr>
          <a:xfrm>
            <a:off x="6853555" y="4722495"/>
            <a:ext cx="1247140" cy="281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>
            <p:custDataLst>
              <p:tags r:id="rId18"/>
            </p:custDataLst>
          </p:nvPr>
        </p:nvCxnSpPr>
        <p:spPr>
          <a:xfrm flipH="1">
            <a:off x="7256780" y="4690110"/>
            <a:ext cx="5715" cy="326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>
            <p:custDataLst>
              <p:tags r:id="rId19"/>
            </p:custDataLst>
          </p:nvPr>
        </p:nvSpPr>
        <p:spPr>
          <a:xfrm>
            <a:off x="6852920" y="5003800"/>
            <a:ext cx="1248410" cy="281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>
            <p:custDataLst>
              <p:tags r:id="rId20"/>
            </p:custDataLst>
          </p:nvPr>
        </p:nvCxnSpPr>
        <p:spPr>
          <a:xfrm>
            <a:off x="7263765" y="5003800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>
            <p:custDataLst>
              <p:tags r:id="rId21"/>
            </p:custDataLst>
          </p:nvPr>
        </p:nvSpPr>
        <p:spPr>
          <a:xfrm>
            <a:off x="7785735" y="5014595"/>
            <a:ext cx="273685" cy="233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63" name="文本框 62"/>
          <p:cNvSpPr txBox="1"/>
          <p:nvPr>
            <p:custDataLst>
              <p:tags r:id="rId22"/>
            </p:custDataLst>
          </p:nvPr>
        </p:nvSpPr>
        <p:spPr>
          <a:xfrm>
            <a:off x="6571615" y="412686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64" name="文本框 63"/>
          <p:cNvSpPr txBox="1"/>
          <p:nvPr>
            <p:custDataLst>
              <p:tags r:id="rId23"/>
            </p:custDataLst>
          </p:nvPr>
        </p:nvSpPr>
        <p:spPr>
          <a:xfrm>
            <a:off x="6571615" y="439293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65" name="文本框 64"/>
          <p:cNvSpPr txBox="1"/>
          <p:nvPr>
            <p:custDataLst>
              <p:tags r:id="rId24"/>
            </p:custDataLst>
          </p:nvPr>
        </p:nvSpPr>
        <p:spPr>
          <a:xfrm>
            <a:off x="6571615" y="469011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</a:t>
            </a:r>
            <a:endParaRPr lang="en-US" altLang="zh-CN" sz="1600"/>
          </a:p>
        </p:txBody>
      </p:sp>
      <p:sp>
        <p:nvSpPr>
          <p:cNvPr id="66" name="文本框 65"/>
          <p:cNvSpPr txBox="1"/>
          <p:nvPr>
            <p:custDataLst>
              <p:tags r:id="rId25"/>
            </p:custDataLst>
          </p:nvPr>
        </p:nvSpPr>
        <p:spPr>
          <a:xfrm>
            <a:off x="6571615" y="495617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3</a:t>
            </a:r>
            <a:endParaRPr lang="en-US" altLang="zh-CN" sz="1600"/>
          </a:p>
        </p:txBody>
      </p:sp>
      <p:cxnSp>
        <p:nvCxnSpPr>
          <p:cNvPr id="69" name="直接连接符 68"/>
          <p:cNvCxnSpPr/>
          <p:nvPr>
            <p:custDataLst>
              <p:tags r:id="rId26"/>
            </p:custDataLst>
          </p:nvPr>
        </p:nvCxnSpPr>
        <p:spPr>
          <a:xfrm>
            <a:off x="7703185" y="4159885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>
            <p:custDataLst>
              <p:tags r:id="rId27"/>
            </p:custDataLst>
          </p:nvPr>
        </p:nvCxnSpPr>
        <p:spPr>
          <a:xfrm>
            <a:off x="7703185" y="4441190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>
            <p:custDataLst>
              <p:tags r:id="rId28"/>
            </p:custDataLst>
          </p:nvPr>
        </p:nvCxnSpPr>
        <p:spPr>
          <a:xfrm>
            <a:off x="7705725" y="4722495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>
            <p:custDataLst>
              <p:tags r:id="rId29"/>
            </p:custDataLst>
          </p:nvPr>
        </p:nvCxnSpPr>
        <p:spPr>
          <a:xfrm>
            <a:off x="7703185" y="5003800"/>
            <a:ext cx="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矩形 75"/>
          <p:cNvSpPr/>
          <p:nvPr>
            <p:custDataLst>
              <p:tags r:id="rId30"/>
            </p:custDataLst>
          </p:nvPr>
        </p:nvSpPr>
        <p:spPr>
          <a:xfrm>
            <a:off x="8322945" y="4203700"/>
            <a:ext cx="1248410" cy="2152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7" name="直接连接符 76"/>
          <p:cNvCxnSpPr/>
          <p:nvPr>
            <p:custDataLst>
              <p:tags r:id="rId31"/>
            </p:custDataLst>
          </p:nvPr>
        </p:nvCxnSpPr>
        <p:spPr>
          <a:xfrm>
            <a:off x="8726805" y="4210050"/>
            <a:ext cx="3175" cy="21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>
            <p:custDataLst>
              <p:tags r:id="rId32"/>
            </p:custDataLst>
          </p:nvPr>
        </p:nvCxnSpPr>
        <p:spPr>
          <a:xfrm>
            <a:off x="9177655" y="4216400"/>
            <a:ext cx="3175" cy="190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endCxn id="76" idx="1"/>
          </p:cNvCxnSpPr>
          <p:nvPr>
            <p:custDataLst>
              <p:tags r:id="rId33"/>
            </p:custDataLst>
          </p:nvPr>
        </p:nvCxnSpPr>
        <p:spPr>
          <a:xfrm flipV="1">
            <a:off x="7929880" y="4311650"/>
            <a:ext cx="39306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矩形 81"/>
          <p:cNvSpPr/>
          <p:nvPr>
            <p:custDataLst>
              <p:tags r:id="rId34"/>
            </p:custDataLst>
          </p:nvPr>
        </p:nvSpPr>
        <p:spPr>
          <a:xfrm>
            <a:off x="8322945" y="4507230"/>
            <a:ext cx="1248410" cy="2152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3" name="直接连接符 82"/>
          <p:cNvCxnSpPr/>
          <p:nvPr>
            <p:custDataLst>
              <p:tags r:id="rId35"/>
            </p:custDataLst>
          </p:nvPr>
        </p:nvCxnSpPr>
        <p:spPr>
          <a:xfrm>
            <a:off x="8726805" y="4513580"/>
            <a:ext cx="3175" cy="21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>
            <p:custDataLst>
              <p:tags r:id="rId36"/>
            </p:custDataLst>
          </p:nvPr>
        </p:nvCxnSpPr>
        <p:spPr>
          <a:xfrm>
            <a:off x="9177655" y="4519930"/>
            <a:ext cx="3175" cy="190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endCxn id="82" idx="1"/>
          </p:cNvCxnSpPr>
          <p:nvPr>
            <p:custDataLst>
              <p:tags r:id="rId37"/>
            </p:custDataLst>
          </p:nvPr>
        </p:nvCxnSpPr>
        <p:spPr>
          <a:xfrm flipV="1">
            <a:off x="7929880" y="4615180"/>
            <a:ext cx="39306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矩形 85"/>
          <p:cNvSpPr/>
          <p:nvPr>
            <p:custDataLst>
              <p:tags r:id="rId38"/>
            </p:custDataLst>
          </p:nvPr>
        </p:nvSpPr>
        <p:spPr>
          <a:xfrm>
            <a:off x="9783445" y="4495165"/>
            <a:ext cx="1248410" cy="2152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7" name="直接连接符 86"/>
          <p:cNvCxnSpPr/>
          <p:nvPr>
            <p:custDataLst>
              <p:tags r:id="rId39"/>
            </p:custDataLst>
          </p:nvPr>
        </p:nvCxnSpPr>
        <p:spPr>
          <a:xfrm>
            <a:off x="10187305" y="4501515"/>
            <a:ext cx="3175" cy="21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>
            <p:custDataLst>
              <p:tags r:id="rId40"/>
            </p:custDataLst>
          </p:nvPr>
        </p:nvCxnSpPr>
        <p:spPr>
          <a:xfrm>
            <a:off x="10638155" y="4507865"/>
            <a:ext cx="3175" cy="190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endCxn id="86" idx="1"/>
          </p:cNvCxnSpPr>
          <p:nvPr>
            <p:custDataLst>
              <p:tags r:id="rId41"/>
            </p:custDataLst>
          </p:nvPr>
        </p:nvCxnSpPr>
        <p:spPr>
          <a:xfrm flipV="1">
            <a:off x="9390380" y="4603115"/>
            <a:ext cx="39306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矩形 89"/>
          <p:cNvSpPr/>
          <p:nvPr>
            <p:custDataLst>
              <p:tags r:id="rId42"/>
            </p:custDataLst>
          </p:nvPr>
        </p:nvSpPr>
        <p:spPr>
          <a:xfrm>
            <a:off x="8322945" y="4788535"/>
            <a:ext cx="1248410" cy="2152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1" name="直接连接符 90"/>
          <p:cNvCxnSpPr/>
          <p:nvPr>
            <p:custDataLst>
              <p:tags r:id="rId43"/>
            </p:custDataLst>
          </p:nvPr>
        </p:nvCxnSpPr>
        <p:spPr>
          <a:xfrm>
            <a:off x="8726805" y="4794885"/>
            <a:ext cx="3175" cy="21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>
            <p:custDataLst>
              <p:tags r:id="rId44"/>
            </p:custDataLst>
          </p:nvPr>
        </p:nvCxnSpPr>
        <p:spPr>
          <a:xfrm>
            <a:off x="9177655" y="4801235"/>
            <a:ext cx="3175" cy="190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endCxn id="90" idx="1"/>
          </p:cNvCxnSpPr>
          <p:nvPr>
            <p:custDataLst>
              <p:tags r:id="rId45"/>
            </p:custDataLst>
          </p:nvPr>
        </p:nvCxnSpPr>
        <p:spPr>
          <a:xfrm flipV="1">
            <a:off x="7929880" y="4896485"/>
            <a:ext cx="39306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4" name="矩形 93"/>
          <p:cNvSpPr/>
          <p:nvPr>
            <p:custDataLst>
              <p:tags r:id="rId46"/>
            </p:custDataLst>
          </p:nvPr>
        </p:nvSpPr>
        <p:spPr>
          <a:xfrm>
            <a:off x="9783445" y="4794885"/>
            <a:ext cx="1248410" cy="2152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5" name="直接连接符 94"/>
          <p:cNvCxnSpPr/>
          <p:nvPr>
            <p:custDataLst>
              <p:tags r:id="rId47"/>
            </p:custDataLst>
          </p:nvPr>
        </p:nvCxnSpPr>
        <p:spPr>
          <a:xfrm>
            <a:off x="10187305" y="4801235"/>
            <a:ext cx="3175" cy="21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>
            <p:custDataLst>
              <p:tags r:id="rId48"/>
            </p:custDataLst>
          </p:nvPr>
        </p:nvCxnSpPr>
        <p:spPr>
          <a:xfrm>
            <a:off x="10638155" y="4807585"/>
            <a:ext cx="3175" cy="190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>
            <a:endCxn id="94" idx="1"/>
          </p:cNvCxnSpPr>
          <p:nvPr>
            <p:custDataLst>
              <p:tags r:id="rId49"/>
            </p:custDataLst>
          </p:nvPr>
        </p:nvCxnSpPr>
        <p:spPr>
          <a:xfrm flipV="1">
            <a:off x="9390380" y="4902835"/>
            <a:ext cx="39306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>
            <p:custDataLst>
              <p:tags r:id="rId50"/>
            </p:custDataLst>
          </p:nvPr>
        </p:nvSpPr>
        <p:spPr>
          <a:xfrm>
            <a:off x="9233535" y="4185285"/>
            <a:ext cx="273685" cy="233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99" name="文本框 98"/>
          <p:cNvSpPr txBox="1"/>
          <p:nvPr>
            <p:custDataLst>
              <p:tags r:id="rId51"/>
            </p:custDataLst>
          </p:nvPr>
        </p:nvSpPr>
        <p:spPr>
          <a:xfrm>
            <a:off x="10721975" y="4476750"/>
            <a:ext cx="273685" cy="233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100" name="文本框 99"/>
          <p:cNvSpPr txBox="1"/>
          <p:nvPr>
            <p:custDataLst>
              <p:tags r:id="rId52"/>
            </p:custDataLst>
          </p:nvPr>
        </p:nvSpPr>
        <p:spPr>
          <a:xfrm>
            <a:off x="10721975" y="4758055"/>
            <a:ext cx="273685" cy="233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101" name="文本框 100"/>
          <p:cNvSpPr txBox="1"/>
          <p:nvPr>
            <p:custDataLst>
              <p:tags r:id="rId53"/>
            </p:custDataLst>
          </p:nvPr>
        </p:nvSpPr>
        <p:spPr>
          <a:xfrm>
            <a:off x="6952615" y="412686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102" name="文本框 101"/>
          <p:cNvSpPr txBox="1"/>
          <p:nvPr>
            <p:custDataLst>
              <p:tags r:id="rId54"/>
            </p:custDataLst>
          </p:nvPr>
        </p:nvSpPr>
        <p:spPr>
          <a:xfrm>
            <a:off x="6952615" y="440690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103" name="文本框 102"/>
          <p:cNvSpPr txBox="1"/>
          <p:nvPr>
            <p:custDataLst>
              <p:tags r:id="rId55"/>
            </p:custDataLst>
          </p:nvPr>
        </p:nvSpPr>
        <p:spPr>
          <a:xfrm>
            <a:off x="6952615" y="467741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</a:t>
            </a:r>
            <a:endParaRPr lang="en-US" altLang="zh-CN" sz="1600"/>
          </a:p>
        </p:txBody>
      </p:sp>
      <p:sp>
        <p:nvSpPr>
          <p:cNvPr id="104" name="文本框 103"/>
          <p:cNvSpPr txBox="1"/>
          <p:nvPr>
            <p:custDataLst>
              <p:tags r:id="rId56"/>
            </p:custDataLst>
          </p:nvPr>
        </p:nvSpPr>
        <p:spPr>
          <a:xfrm>
            <a:off x="6952615" y="495617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3</a:t>
            </a:r>
            <a:endParaRPr lang="en-US" altLang="zh-CN" sz="1600"/>
          </a:p>
        </p:txBody>
      </p:sp>
      <p:sp>
        <p:nvSpPr>
          <p:cNvPr id="105" name="文本框 104"/>
          <p:cNvSpPr txBox="1"/>
          <p:nvPr>
            <p:custDataLst>
              <p:tags r:id="rId57"/>
            </p:custDataLst>
          </p:nvPr>
        </p:nvSpPr>
        <p:spPr>
          <a:xfrm>
            <a:off x="8405495" y="412686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3</a:t>
            </a:r>
            <a:endParaRPr lang="en-US" altLang="zh-CN" sz="1600"/>
          </a:p>
        </p:txBody>
      </p:sp>
      <p:sp>
        <p:nvSpPr>
          <p:cNvPr id="106" name="文本框 105"/>
          <p:cNvSpPr txBox="1"/>
          <p:nvPr>
            <p:custDataLst>
              <p:tags r:id="rId58"/>
            </p:custDataLst>
          </p:nvPr>
        </p:nvSpPr>
        <p:spPr>
          <a:xfrm>
            <a:off x="8843010" y="413956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6</a:t>
            </a:r>
            <a:endParaRPr lang="en-US" altLang="zh-CN" sz="1600"/>
          </a:p>
        </p:txBody>
      </p:sp>
      <p:sp>
        <p:nvSpPr>
          <p:cNvPr id="107" name="文本框 106"/>
          <p:cNvSpPr txBox="1"/>
          <p:nvPr>
            <p:custDataLst>
              <p:tags r:id="rId59"/>
            </p:custDataLst>
          </p:nvPr>
        </p:nvSpPr>
        <p:spPr>
          <a:xfrm>
            <a:off x="8405495" y="444119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</a:t>
            </a:r>
            <a:endParaRPr lang="en-US" altLang="zh-CN" sz="1600"/>
          </a:p>
        </p:txBody>
      </p:sp>
      <p:sp>
        <p:nvSpPr>
          <p:cNvPr id="108" name="文本框 107"/>
          <p:cNvSpPr txBox="1"/>
          <p:nvPr>
            <p:custDataLst>
              <p:tags r:id="rId60"/>
            </p:custDataLst>
          </p:nvPr>
        </p:nvSpPr>
        <p:spPr>
          <a:xfrm>
            <a:off x="9868535" y="441896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109" name="文本框 108"/>
          <p:cNvSpPr txBox="1"/>
          <p:nvPr>
            <p:custDataLst>
              <p:tags r:id="rId61"/>
            </p:custDataLst>
          </p:nvPr>
        </p:nvSpPr>
        <p:spPr>
          <a:xfrm>
            <a:off x="9868535" y="472249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110" name="文本框 109"/>
          <p:cNvSpPr txBox="1"/>
          <p:nvPr>
            <p:custDataLst>
              <p:tags r:id="rId62"/>
            </p:custDataLst>
          </p:nvPr>
        </p:nvSpPr>
        <p:spPr>
          <a:xfrm>
            <a:off x="8405495" y="473011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111" name="文本框 110"/>
          <p:cNvSpPr txBox="1"/>
          <p:nvPr>
            <p:custDataLst>
              <p:tags r:id="rId63"/>
            </p:custDataLst>
          </p:nvPr>
        </p:nvSpPr>
        <p:spPr>
          <a:xfrm>
            <a:off x="8843010" y="444119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4</a:t>
            </a:r>
            <a:endParaRPr lang="en-US" altLang="zh-CN" sz="1600"/>
          </a:p>
        </p:txBody>
      </p:sp>
      <p:sp>
        <p:nvSpPr>
          <p:cNvPr id="112" name="文本框 111"/>
          <p:cNvSpPr txBox="1"/>
          <p:nvPr>
            <p:custDataLst>
              <p:tags r:id="rId64"/>
            </p:custDataLst>
          </p:nvPr>
        </p:nvSpPr>
        <p:spPr>
          <a:xfrm>
            <a:off x="10288905" y="444119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9</a:t>
            </a:r>
            <a:endParaRPr lang="en-US" altLang="zh-CN" sz="1600"/>
          </a:p>
        </p:txBody>
      </p:sp>
      <p:sp>
        <p:nvSpPr>
          <p:cNvPr id="113" name="文本框 112"/>
          <p:cNvSpPr txBox="1"/>
          <p:nvPr>
            <p:custDataLst>
              <p:tags r:id="rId65"/>
            </p:custDataLst>
          </p:nvPr>
        </p:nvSpPr>
        <p:spPr>
          <a:xfrm>
            <a:off x="8843010" y="4710430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3</a:t>
            </a:r>
            <a:endParaRPr lang="en-US" altLang="zh-CN" sz="1600"/>
          </a:p>
        </p:txBody>
      </p:sp>
      <p:sp>
        <p:nvSpPr>
          <p:cNvPr id="114" name="文本框 113"/>
          <p:cNvSpPr txBox="1"/>
          <p:nvPr>
            <p:custDataLst>
              <p:tags r:id="rId66"/>
            </p:custDataLst>
          </p:nvPr>
        </p:nvSpPr>
        <p:spPr>
          <a:xfrm>
            <a:off x="10288905" y="4730115"/>
            <a:ext cx="20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</a:t>
            </a:r>
            <a:endParaRPr lang="en-US" altLang="zh-CN" sz="1600"/>
          </a:p>
        </p:txBody>
      </p:sp>
      <p:sp>
        <p:nvSpPr>
          <p:cNvPr id="16" name="文本框 15"/>
          <p:cNvSpPr txBox="1"/>
          <p:nvPr/>
        </p:nvSpPr>
        <p:spPr>
          <a:xfrm>
            <a:off x="6497955" y="3847465"/>
            <a:ext cx="6775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序号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85825" y="549275"/>
            <a:ext cx="1049845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2.实现下图的“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邻接矩阵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存储的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”，要求调试程序时，邻接矩阵使用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文件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的方式读入，程序功能：能够输出V0到任意顶点的最短路径。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165" y="2820035"/>
            <a:ext cx="4150360" cy="24453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788025" y="2338705"/>
            <a:ext cx="522224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程序流程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①读入图的顶点数和</a:t>
            </a:r>
            <a:r>
              <a:rPr lang="zh-CN" altLang="en-US">
                <a:solidFill>
                  <a:schemeClr val="tx1"/>
                </a:solidFill>
              </a:rPr>
              <a:t>边数，从文件中读入邻接</a:t>
            </a:r>
            <a:r>
              <a:rPr lang="zh-CN" altLang="en-US">
                <a:solidFill>
                  <a:schemeClr val="tx1"/>
                </a:solidFill>
              </a:rPr>
              <a:t>矩阵，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完成图的</a:t>
            </a:r>
            <a:r>
              <a:rPr lang="zh-CN" altLang="en-US">
                <a:solidFill>
                  <a:schemeClr val="tx1"/>
                </a:solidFill>
              </a:rPr>
              <a:t>构建。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②Dijkstra算法求源点到其它顶点</a:t>
            </a:r>
            <a:r>
              <a:rPr lang="zh-CN" altLang="en-US">
                <a:solidFill>
                  <a:schemeClr val="tx1"/>
                </a:solidFill>
              </a:rPr>
              <a:t>的最短路径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③输出V</a:t>
            </a:r>
            <a:r>
              <a:rPr lang="zh-CN" altLang="en-US" baseline="-25000">
                <a:solidFill>
                  <a:schemeClr val="tx1"/>
                </a:solidFill>
              </a:rPr>
              <a:t>0</a:t>
            </a:r>
            <a:r>
              <a:rPr lang="zh-CN" altLang="en-US">
                <a:solidFill>
                  <a:schemeClr val="tx1"/>
                </a:solidFill>
              </a:rPr>
              <a:t>到任意顶点的最短路径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50" y="953770"/>
            <a:ext cx="4201795" cy="24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6750" y="435610"/>
            <a:ext cx="452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=&gt;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假设源点为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0" y="516890"/>
            <a:ext cx="6278245" cy="1045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>
                <a:solidFill>
                  <a:srgbClr val="FF0000"/>
                </a:solidFill>
              </a:rPr>
              <a:t>邻接矩阵 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G[][]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dist[]</a:t>
            </a:r>
            <a:r>
              <a:rPr lang="zh-CN" altLang="en-US"/>
              <a:t>，</a:t>
            </a:r>
            <a:r>
              <a:rPr lang="en-US" altLang="zh-CN"/>
              <a:t>dist[i] =&gt; </a:t>
            </a:r>
            <a:r>
              <a:rPr lang="zh-CN" altLang="en-US"/>
              <a:t>当前</a:t>
            </a:r>
            <a:r>
              <a:rPr lang="en-US" altLang="zh-CN"/>
              <a:t> v</a:t>
            </a:r>
            <a:r>
              <a:rPr lang="en-US" altLang="zh-CN" baseline="-25000"/>
              <a:t>0</a:t>
            </a:r>
            <a:r>
              <a:rPr lang="en-US" altLang="zh-CN"/>
              <a:t>-&gt;v</a:t>
            </a:r>
            <a:r>
              <a:rPr lang="en-US" altLang="zh-CN" baseline="-25000"/>
              <a:t>i </a:t>
            </a:r>
            <a:r>
              <a:rPr lang="zh-CN" altLang="en-US"/>
              <a:t>的最短路径</a:t>
            </a:r>
            <a:r>
              <a:rPr lang="zh-CN" altLang="en-US"/>
              <a:t>长度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visited[]</a:t>
            </a:r>
            <a:r>
              <a:rPr lang="en-US" altLang="zh-CN"/>
              <a:t>, visited[i] =&gt; </a:t>
            </a:r>
            <a:r>
              <a:rPr lang="zh-CN" altLang="en-US"/>
              <a:t>是否已经找到</a:t>
            </a:r>
            <a:r>
              <a:rPr lang="en-US" altLang="zh-CN"/>
              <a:t> v</a:t>
            </a:r>
            <a:r>
              <a:rPr lang="en-US" altLang="zh-CN" baseline="-25000"/>
              <a:t>0</a:t>
            </a:r>
            <a:r>
              <a:rPr lang="en-US" altLang="zh-CN"/>
              <a:t>-&gt;v</a:t>
            </a:r>
            <a:r>
              <a:rPr lang="en-US" altLang="zh-CN" baseline="-25000"/>
              <a:t>i </a:t>
            </a:r>
            <a:r>
              <a:rPr lang="zh-CN" altLang="en-US"/>
              <a:t>的最短</a:t>
            </a:r>
            <a:r>
              <a:rPr lang="zh-CN" altLang="en-US"/>
              <a:t>路径</a:t>
            </a:r>
            <a:endParaRPr lang="zh-CN" altLang="en-US"/>
          </a:p>
          <a:p>
            <a:endParaRPr lang="zh-CN" altLang="en-US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40910" y="3731895"/>
            <a:ext cx="4241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40910" y="3363595"/>
            <a:ext cx="4241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0</a:t>
            </a:r>
            <a:r>
              <a:rPr lang="en-US" altLang="zh-CN">
                <a:sym typeface="+mn-ea"/>
              </a:rPr>
              <a:t>    0    0    0    0    0    0    0    0</a:t>
            </a:r>
            <a:endParaRPr lang="en-US" altLang="zh-CN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5374640" y="3001645"/>
            <a:ext cx="3607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>
                <a:sym typeface="+mn-ea"/>
              </a:rPr>
              <a:t>    0    1    2    3    4    5    6    7    8    9</a:t>
            </a:r>
            <a:endParaRPr lang="en-US" altLang="zh-CN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9556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77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" name="文本框 34"/>
          <p:cNvSpPr txBox="1"/>
          <p:nvPr>
            <p:custDataLst>
              <p:tags r:id="rId6"/>
            </p:custDataLst>
          </p:nvPr>
        </p:nvSpPr>
        <p:spPr>
          <a:xfrm>
            <a:off x="15271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1774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20605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23812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26511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2917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31940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35147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sp>
        <p:nvSpPr>
          <p:cNvPr id="48" name="文本框 47"/>
          <p:cNvSpPr txBox="1"/>
          <p:nvPr>
            <p:custDataLst>
              <p:tags r:id="rId14"/>
            </p:custDataLst>
          </p:nvPr>
        </p:nvSpPr>
        <p:spPr>
          <a:xfrm>
            <a:off x="955675" y="37318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2  ∞  5  ∞  ∞  ∞  ∞  ∞  ∞  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>
            <a:off x="955675" y="40366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 5   2  ∞  ∞  ∞  ∞  ∞  ∞  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955675" y="43097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5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 4   ∞  ∞  ∞  ∞  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955675" y="46145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  2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 4    2  ∞  ∞  ∞  </a:t>
            </a:r>
            <a:endParaRPr lang="en-US" altLang="zh-CN"/>
          </a:p>
        </p:txBody>
      </p:sp>
      <p:sp>
        <p:nvSpPr>
          <p:cNvPr id="54" name="文本框 53"/>
          <p:cNvSpPr txBox="1"/>
          <p:nvPr>
            <p:custDataLst>
              <p:tags r:id="rId18"/>
            </p:custDataLst>
          </p:nvPr>
        </p:nvSpPr>
        <p:spPr>
          <a:xfrm>
            <a:off x="955675" y="48812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2   ∞   5  ∞  ∞  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9"/>
            </p:custDataLst>
          </p:nvPr>
        </p:nvSpPr>
        <p:spPr>
          <a:xfrm>
            <a:off x="955675" y="51542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4   4   2  ∞    3   9   6  ∞  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20"/>
            </p:custDataLst>
          </p:nvPr>
        </p:nvSpPr>
        <p:spPr>
          <a:xfrm>
            <a:off x="955675" y="54590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2  ∞  3   ∞   ∞  7  ∞  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1"/>
            </p:custDataLst>
          </p:nvPr>
        </p:nvSpPr>
        <p:spPr>
          <a:xfrm>
            <a:off x="955675" y="5757545"/>
            <a:ext cx="323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5  9   ∞  ∞   3   4  </a:t>
            </a:r>
            <a:endParaRPr lang="en-US" altLang="zh-CN"/>
          </a:p>
        </p:txBody>
      </p:sp>
      <p:sp>
        <p:nvSpPr>
          <p:cNvPr id="58" name="文本框 57"/>
          <p:cNvSpPr txBox="1"/>
          <p:nvPr>
            <p:custDataLst>
              <p:tags r:id="rId22"/>
            </p:custDataLst>
          </p:nvPr>
        </p:nvSpPr>
        <p:spPr>
          <a:xfrm>
            <a:off x="955675" y="60305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6  7   3   ∞   8  </a:t>
            </a:r>
            <a:endParaRPr lang="en-US" altLang="zh-CN"/>
          </a:p>
        </p:txBody>
      </p:sp>
      <p:sp>
        <p:nvSpPr>
          <p:cNvPr id="59" name="文本框 58"/>
          <p:cNvSpPr txBox="1"/>
          <p:nvPr>
            <p:custDataLst>
              <p:tags r:id="rId23"/>
            </p:custDataLst>
          </p:nvPr>
        </p:nvSpPr>
        <p:spPr>
          <a:xfrm>
            <a:off x="955675" y="63353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∞  ∞  4  8  ∞  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4"/>
            </p:custDataLst>
          </p:nvPr>
        </p:nvSpPr>
        <p:spPr>
          <a:xfrm>
            <a:off x="606425" y="37318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61" name="文本框 60"/>
          <p:cNvSpPr txBox="1"/>
          <p:nvPr>
            <p:custDataLst>
              <p:tags r:id="rId25"/>
            </p:custDataLst>
          </p:nvPr>
        </p:nvSpPr>
        <p:spPr>
          <a:xfrm>
            <a:off x="606425" y="3971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606425" y="426085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63" name="文本框 62"/>
          <p:cNvSpPr txBox="1"/>
          <p:nvPr>
            <p:custDataLst>
              <p:tags r:id="rId27"/>
            </p:custDataLst>
          </p:nvPr>
        </p:nvSpPr>
        <p:spPr>
          <a:xfrm>
            <a:off x="606425" y="45605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606425" y="4860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606425" y="514540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66" name="文本框 65"/>
          <p:cNvSpPr txBox="1"/>
          <p:nvPr>
            <p:custDataLst>
              <p:tags r:id="rId30"/>
            </p:custDataLst>
          </p:nvPr>
        </p:nvSpPr>
        <p:spPr>
          <a:xfrm>
            <a:off x="606425" y="54749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67" name="文本框 66"/>
          <p:cNvSpPr txBox="1"/>
          <p:nvPr>
            <p:custDataLst>
              <p:tags r:id="rId31"/>
            </p:custDataLst>
          </p:nvPr>
        </p:nvSpPr>
        <p:spPr>
          <a:xfrm>
            <a:off x="606425" y="57257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8" name="文本框 67"/>
          <p:cNvSpPr txBox="1"/>
          <p:nvPr>
            <p:custDataLst>
              <p:tags r:id="rId32"/>
            </p:custDataLst>
          </p:nvPr>
        </p:nvSpPr>
        <p:spPr>
          <a:xfrm>
            <a:off x="606425" y="598106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69" name="文本框 68"/>
          <p:cNvSpPr txBox="1"/>
          <p:nvPr>
            <p:custDataLst>
              <p:tags r:id="rId33"/>
            </p:custDataLst>
          </p:nvPr>
        </p:nvSpPr>
        <p:spPr>
          <a:xfrm>
            <a:off x="644525" y="62972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cxnSp>
        <p:nvCxnSpPr>
          <p:cNvPr id="70" name="直接连接符 69"/>
          <p:cNvCxnSpPr/>
          <p:nvPr>
            <p:custDataLst>
              <p:tags r:id="rId34"/>
            </p:custDataLst>
          </p:nvPr>
        </p:nvCxnSpPr>
        <p:spPr>
          <a:xfrm flipH="1" flipV="1">
            <a:off x="758825" y="3554095"/>
            <a:ext cx="3111500" cy="31750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438650" y="1187450"/>
            <a:ext cx="50800" cy="52895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>
            <p:custDataLst>
              <p:tags r:id="rId35"/>
            </p:custDataLst>
          </p:nvPr>
        </p:nvSpPr>
        <p:spPr>
          <a:xfrm>
            <a:off x="5601335" y="375983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 </a:t>
            </a:r>
            <a:r>
              <a:rPr lang="en-US" altLang="zh-CN"/>
              <a:t>2   ∞    5   ∞   ∞  ∞   ∞   ∞  ∞  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50" y="953770"/>
            <a:ext cx="4201795" cy="24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6750" y="435610"/>
            <a:ext cx="452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=&gt;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假设源点为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0" y="516890"/>
            <a:ext cx="6652260" cy="162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>
                <a:solidFill>
                  <a:srgbClr val="FF0000"/>
                </a:solidFill>
              </a:rPr>
              <a:t>邻接矩阵 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G[][]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dist[i] =&gt; </a:t>
            </a:r>
            <a:r>
              <a:rPr lang="zh-CN" altLang="en-US">
                <a:sym typeface="+mn-ea"/>
              </a:rPr>
              <a:t>当前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的最短路径长度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, visited[i] =&gt; </a:t>
            </a:r>
            <a:r>
              <a:rPr lang="zh-CN" altLang="en-US">
                <a:sym typeface="+mn-ea"/>
              </a:rPr>
              <a:t>是否已经找到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②找</a:t>
            </a:r>
            <a:r>
              <a:rPr lang="en-US" altLang="zh-CN"/>
              <a:t>dist[]</a:t>
            </a:r>
            <a:r>
              <a:rPr lang="zh-CN" altLang="en-US"/>
              <a:t>数组中最小值的数组下标</a:t>
            </a:r>
            <a:r>
              <a:rPr lang="en-US" altLang="zh-CN"/>
              <a:t>i =&gt; v</a:t>
            </a:r>
            <a:r>
              <a:rPr lang="en-US" altLang="zh-CN" baseline="-25000"/>
              <a:t>0</a:t>
            </a:r>
            <a:r>
              <a:rPr lang="en-US" altLang="zh-CN"/>
              <a:t>-v</a:t>
            </a:r>
            <a:r>
              <a:rPr lang="en-US" altLang="zh-CN" baseline="-25000"/>
              <a:t>i</a:t>
            </a:r>
            <a:r>
              <a:rPr lang="zh-CN" altLang="en-US">
                <a:sym typeface="+mn-ea"/>
              </a:rPr>
              <a:t>的最短路径长度</a:t>
            </a:r>
            <a:r>
              <a:rPr lang="en-US" altLang="zh-CN">
                <a:sym typeface="+mn-ea"/>
              </a:rPr>
              <a:t>dist[i]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40910" y="3731895"/>
            <a:ext cx="4241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40910" y="3363595"/>
            <a:ext cx="4241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0    0    0    0    0    0    0    0</a:t>
            </a:r>
            <a:endParaRPr lang="en-US" altLang="zh-CN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5374640" y="3001645"/>
            <a:ext cx="3607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>
                <a:sym typeface="+mn-ea"/>
              </a:rPr>
              <a:t>    0    1    2    3    4    5    6    7    8    9</a:t>
            </a:r>
            <a:endParaRPr lang="en-US" altLang="zh-CN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9556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77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" name="文本框 34"/>
          <p:cNvSpPr txBox="1"/>
          <p:nvPr>
            <p:custDataLst>
              <p:tags r:id="rId6"/>
            </p:custDataLst>
          </p:nvPr>
        </p:nvSpPr>
        <p:spPr>
          <a:xfrm>
            <a:off x="15271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1774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20605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23812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26511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2917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31940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35147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sp>
        <p:nvSpPr>
          <p:cNvPr id="48" name="文本框 47"/>
          <p:cNvSpPr txBox="1"/>
          <p:nvPr>
            <p:custDataLst>
              <p:tags r:id="rId14"/>
            </p:custDataLst>
          </p:nvPr>
        </p:nvSpPr>
        <p:spPr>
          <a:xfrm>
            <a:off x="955675" y="37318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2  ∞  5  ∞  ∞  ∞  ∞  ∞  ∞  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>
            <a:off x="955675" y="40366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 5   2  ∞  ∞  ∞  ∞  ∞  ∞  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955675" y="43097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5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 4   ∞  ∞  ∞  ∞  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955675" y="46145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  2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 4    2  ∞  ∞  ∞  </a:t>
            </a:r>
            <a:endParaRPr lang="en-US" altLang="zh-CN"/>
          </a:p>
        </p:txBody>
      </p:sp>
      <p:sp>
        <p:nvSpPr>
          <p:cNvPr id="54" name="文本框 53"/>
          <p:cNvSpPr txBox="1"/>
          <p:nvPr>
            <p:custDataLst>
              <p:tags r:id="rId18"/>
            </p:custDataLst>
          </p:nvPr>
        </p:nvSpPr>
        <p:spPr>
          <a:xfrm>
            <a:off x="955675" y="48812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2   ∞   5  ∞  ∞  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9"/>
            </p:custDataLst>
          </p:nvPr>
        </p:nvSpPr>
        <p:spPr>
          <a:xfrm>
            <a:off x="955675" y="51542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4   4   2  ∞    3   9   6  ∞  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20"/>
            </p:custDataLst>
          </p:nvPr>
        </p:nvSpPr>
        <p:spPr>
          <a:xfrm>
            <a:off x="955675" y="54590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2  ∞  3   ∞   ∞  7  ∞  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1"/>
            </p:custDataLst>
          </p:nvPr>
        </p:nvSpPr>
        <p:spPr>
          <a:xfrm>
            <a:off x="955675" y="5757545"/>
            <a:ext cx="323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5  9   ∞  ∞   3   4  </a:t>
            </a:r>
            <a:endParaRPr lang="en-US" altLang="zh-CN"/>
          </a:p>
        </p:txBody>
      </p:sp>
      <p:sp>
        <p:nvSpPr>
          <p:cNvPr id="58" name="文本框 57"/>
          <p:cNvSpPr txBox="1"/>
          <p:nvPr>
            <p:custDataLst>
              <p:tags r:id="rId22"/>
            </p:custDataLst>
          </p:nvPr>
        </p:nvSpPr>
        <p:spPr>
          <a:xfrm>
            <a:off x="955675" y="60305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6  7   3   ∞   8  </a:t>
            </a:r>
            <a:endParaRPr lang="en-US" altLang="zh-CN"/>
          </a:p>
        </p:txBody>
      </p:sp>
      <p:sp>
        <p:nvSpPr>
          <p:cNvPr id="59" name="文本框 58"/>
          <p:cNvSpPr txBox="1"/>
          <p:nvPr>
            <p:custDataLst>
              <p:tags r:id="rId23"/>
            </p:custDataLst>
          </p:nvPr>
        </p:nvSpPr>
        <p:spPr>
          <a:xfrm>
            <a:off x="955675" y="63353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∞  ∞  4  8  ∞  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4"/>
            </p:custDataLst>
          </p:nvPr>
        </p:nvSpPr>
        <p:spPr>
          <a:xfrm>
            <a:off x="606425" y="37318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61" name="文本框 60"/>
          <p:cNvSpPr txBox="1"/>
          <p:nvPr>
            <p:custDataLst>
              <p:tags r:id="rId25"/>
            </p:custDataLst>
          </p:nvPr>
        </p:nvSpPr>
        <p:spPr>
          <a:xfrm>
            <a:off x="606425" y="3971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606425" y="426085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63" name="文本框 62"/>
          <p:cNvSpPr txBox="1"/>
          <p:nvPr>
            <p:custDataLst>
              <p:tags r:id="rId27"/>
            </p:custDataLst>
          </p:nvPr>
        </p:nvSpPr>
        <p:spPr>
          <a:xfrm>
            <a:off x="606425" y="45605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606425" y="4860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606425" y="514540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66" name="文本框 65"/>
          <p:cNvSpPr txBox="1"/>
          <p:nvPr>
            <p:custDataLst>
              <p:tags r:id="rId30"/>
            </p:custDataLst>
          </p:nvPr>
        </p:nvSpPr>
        <p:spPr>
          <a:xfrm>
            <a:off x="606425" y="54749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67" name="文本框 66"/>
          <p:cNvSpPr txBox="1"/>
          <p:nvPr>
            <p:custDataLst>
              <p:tags r:id="rId31"/>
            </p:custDataLst>
          </p:nvPr>
        </p:nvSpPr>
        <p:spPr>
          <a:xfrm>
            <a:off x="606425" y="57257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8" name="文本框 67"/>
          <p:cNvSpPr txBox="1"/>
          <p:nvPr>
            <p:custDataLst>
              <p:tags r:id="rId32"/>
            </p:custDataLst>
          </p:nvPr>
        </p:nvSpPr>
        <p:spPr>
          <a:xfrm>
            <a:off x="606425" y="598106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69" name="文本框 68"/>
          <p:cNvSpPr txBox="1"/>
          <p:nvPr>
            <p:custDataLst>
              <p:tags r:id="rId33"/>
            </p:custDataLst>
          </p:nvPr>
        </p:nvSpPr>
        <p:spPr>
          <a:xfrm>
            <a:off x="644525" y="62972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cxnSp>
        <p:nvCxnSpPr>
          <p:cNvPr id="70" name="直接连接符 69"/>
          <p:cNvCxnSpPr/>
          <p:nvPr>
            <p:custDataLst>
              <p:tags r:id="rId34"/>
            </p:custDataLst>
          </p:nvPr>
        </p:nvCxnSpPr>
        <p:spPr>
          <a:xfrm flipH="1" flipV="1">
            <a:off x="758825" y="3554095"/>
            <a:ext cx="3111500" cy="31750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438650" y="1187450"/>
            <a:ext cx="50800" cy="52895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>
            <p:custDataLst>
              <p:tags r:id="rId35"/>
            </p:custDataLst>
          </p:nvPr>
        </p:nvSpPr>
        <p:spPr>
          <a:xfrm>
            <a:off x="5601335" y="375983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 </a:t>
            </a:r>
            <a:r>
              <a:rPr lang="en-US" altLang="zh-CN">
                <a:highlight>
                  <a:srgbClr val="FFFF00"/>
                </a:highlight>
              </a:rPr>
              <a:t>2</a:t>
            </a:r>
            <a:r>
              <a:rPr lang="en-US" altLang="zh-CN"/>
              <a:t>   ∞    5   ∞   ∞  ∞   ∞   ∞  ∞  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5601335" y="413702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</a:t>
            </a:r>
            <a:r>
              <a:rPr lang="en-US" altLang="zh-CN"/>
              <a:t>4   ∞   ∞  ∞   ∞   ∞  ∞  </a:t>
            </a:r>
            <a:endParaRPr lang="en-US" altLang="zh-CN"/>
          </a:p>
        </p:txBody>
      </p:sp>
      <p:sp>
        <p:nvSpPr>
          <p:cNvPr id="74" name="文本框 73"/>
          <p:cNvSpPr txBox="1"/>
          <p:nvPr/>
        </p:nvSpPr>
        <p:spPr>
          <a:xfrm>
            <a:off x="5245100" y="2140585"/>
            <a:ext cx="5569585" cy="391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③更新</a:t>
            </a:r>
            <a:r>
              <a:rPr lang="en-US" altLang="zh-CN"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dist[j] = min{dist[j], dist[i]+G[i][j]}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5335905" y="2532380"/>
            <a:ext cx="2838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重复②③两步。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4" grpId="0"/>
      <p:bldP spid="73" grpId="0"/>
      <p:bldP spid="74" grpId="1"/>
      <p:bldP spid="73" grpId="1"/>
      <p:bldP spid="75" grpId="0"/>
      <p:bldP spid="7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50" y="953770"/>
            <a:ext cx="4201795" cy="24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6750" y="435610"/>
            <a:ext cx="452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=&gt;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假设源点为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0" y="516890"/>
            <a:ext cx="6607810" cy="162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>
                <a:solidFill>
                  <a:srgbClr val="FF0000"/>
                </a:solidFill>
              </a:rPr>
              <a:t>邻接矩阵 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G[][]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dist[i] =&gt; </a:t>
            </a:r>
            <a:r>
              <a:rPr lang="zh-CN" altLang="en-US">
                <a:sym typeface="+mn-ea"/>
              </a:rPr>
              <a:t>当前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的最短路径长度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, visited[i] =&gt; </a:t>
            </a:r>
            <a:r>
              <a:rPr lang="zh-CN" altLang="en-US">
                <a:sym typeface="+mn-ea"/>
              </a:rPr>
              <a:t>是否已经找到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②找</a:t>
            </a:r>
            <a:r>
              <a:rPr lang="en-US" altLang="zh-CN"/>
              <a:t>dist[]</a:t>
            </a:r>
            <a:r>
              <a:rPr lang="zh-CN" altLang="en-US"/>
              <a:t>数组中最小值的数组下标</a:t>
            </a:r>
            <a:r>
              <a:rPr lang="en-US" altLang="zh-CN"/>
              <a:t>i =&gt; v</a:t>
            </a:r>
            <a:r>
              <a:rPr lang="en-US" altLang="zh-CN" baseline="-25000"/>
              <a:t>0</a:t>
            </a:r>
            <a:r>
              <a:rPr lang="en-US" altLang="zh-CN"/>
              <a:t>-v</a:t>
            </a:r>
            <a:r>
              <a:rPr lang="en-US" altLang="zh-CN" baseline="-25000"/>
              <a:t>i</a:t>
            </a:r>
            <a:r>
              <a:rPr lang="zh-CN" altLang="en-US">
                <a:sym typeface="+mn-ea"/>
              </a:rPr>
              <a:t>的最短路径长度</a:t>
            </a:r>
            <a:r>
              <a:rPr lang="en-US" altLang="zh-CN">
                <a:sym typeface="+mn-ea"/>
              </a:rPr>
              <a:t>dist[i]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40910" y="3731895"/>
            <a:ext cx="4241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40910" y="3363595"/>
            <a:ext cx="4241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0    0    0    0    0    0</a:t>
            </a:r>
            <a:endParaRPr lang="en-US" altLang="zh-CN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5374640" y="3001645"/>
            <a:ext cx="3607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>
                <a:sym typeface="+mn-ea"/>
              </a:rPr>
              <a:t>    0    1    2    3    4    5    6    7    8    9</a:t>
            </a:r>
            <a:endParaRPr lang="en-US" altLang="zh-CN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9556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77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" name="文本框 34"/>
          <p:cNvSpPr txBox="1"/>
          <p:nvPr>
            <p:custDataLst>
              <p:tags r:id="rId6"/>
            </p:custDataLst>
          </p:nvPr>
        </p:nvSpPr>
        <p:spPr>
          <a:xfrm>
            <a:off x="15271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1774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20605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23812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26511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2917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31940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35147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sp>
        <p:nvSpPr>
          <p:cNvPr id="48" name="文本框 47"/>
          <p:cNvSpPr txBox="1"/>
          <p:nvPr>
            <p:custDataLst>
              <p:tags r:id="rId14"/>
            </p:custDataLst>
          </p:nvPr>
        </p:nvSpPr>
        <p:spPr>
          <a:xfrm>
            <a:off x="955675" y="37318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2  ∞  5  ∞  ∞  ∞  ∞  ∞  ∞  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>
            <a:off x="955675" y="40366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 5   2  ∞  ∞  ∞  ∞  ∞  ∞  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955675" y="43097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5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 4   ∞  ∞  ∞  ∞  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955675" y="46145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  2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 4    2  ∞  ∞  ∞  </a:t>
            </a:r>
            <a:endParaRPr lang="en-US" altLang="zh-CN"/>
          </a:p>
        </p:txBody>
      </p:sp>
      <p:sp>
        <p:nvSpPr>
          <p:cNvPr id="54" name="文本框 53"/>
          <p:cNvSpPr txBox="1"/>
          <p:nvPr>
            <p:custDataLst>
              <p:tags r:id="rId18"/>
            </p:custDataLst>
          </p:nvPr>
        </p:nvSpPr>
        <p:spPr>
          <a:xfrm>
            <a:off x="955675" y="48812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2   ∞   5  ∞  ∞  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9"/>
            </p:custDataLst>
          </p:nvPr>
        </p:nvSpPr>
        <p:spPr>
          <a:xfrm>
            <a:off x="955675" y="51542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4   4   2  ∞    3   9   6  ∞  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20"/>
            </p:custDataLst>
          </p:nvPr>
        </p:nvSpPr>
        <p:spPr>
          <a:xfrm>
            <a:off x="955675" y="54590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2  ∞  3   ∞   ∞  7  ∞  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1"/>
            </p:custDataLst>
          </p:nvPr>
        </p:nvSpPr>
        <p:spPr>
          <a:xfrm>
            <a:off x="955675" y="5757545"/>
            <a:ext cx="323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5  9   ∞  ∞   3   4  </a:t>
            </a:r>
            <a:endParaRPr lang="en-US" altLang="zh-CN"/>
          </a:p>
        </p:txBody>
      </p:sp>
      <p:sp>
        <p:nvSpPr>
          <p:cNvPr id="58" name="文本框 57"/>
          <p:cNvSpPr txBox="1"/>
          <p:nvPr>
            <p:custDataLst>
              <p:tags r:id="rId22"/>
            </p:custDataLst>
          </p:nvPr>
        </p:nvSpPr>
        <p:spPr>
          <a:xfrm>
            <a:off x="955675" y="60305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6  7   3   ∞   8  </a:t>
            </a:r>
            <a:endParaRPr lang="en-US" altLang="zh-CN"/>
          </a:p>
        </p:txBody>
      </p:sp>
      <p:sp>
        <p:nvSpPr>
          <p:cNvPr id="59" name="文本框 58"/>
          <p:cNvSpPr txBox="1"/>
          <p:nvPr>
            <p:custDataLst>
              <p:tags r:id="rId23"/>
            </p:custDataLst>
          </p:nvPr>
        </p:nvSpPr>
        <p:spPr>
          <a:xfrm>
            <a:off x="955675" y="63353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∞  ∞  4  8  ∞  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4"/>
            </p:custDataLst>
          </p:nvPr>
        </p:nvSpPr>
        <p:spPr>
          <a:xfrm>
            <a:off x="606425" y="37318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61" name="文本框 60"/>
          <p:cNvSpPr txBox="1"/>
          <p:nvPr>
            <p:custDataLst>
              <p:tags r:id="rId25"/>
            </p:custDataLst>
          </p:nvPr>
        </p:nvSpPr>
        <p:spPr>
          <a:xfrm>
            <a:off x="606425" y="3971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606425" y="426085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63" name="文本框 62"/>
          <p:cNvSpPr txBox="1"/>
          <p:nvPr>
            <p:custDataLst>
              <p:tags r:id="rId27"/>
            </p:custDataLst>
          </p:nvPr>
        </p:nvSpPr>
        <p:spPr>
          <a:xfrm>
            <a:off x="606425" y="45605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606425" y="4860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606425" y="514540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66" name="文本框 65"/>
          <p:cNvSpPr txBox="1"/>
          <p:nvPr>
            <p:custDataLst>
              <p:tags r:id="rId30"/>
            </p:custDataLst>
          </p:nvPr>
        </p:nvSpPr>
        <p:spPr>
          <a:xfrm>
            <a:off x="606425" y="54749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67" name="文本框 66"/>
          <p:cNvSpPr txBox="1"/>
          <p:nvPr>
            <p:custDataLst>
              <p:tags r:id="rId31"/>
            </p:custDataLst>
          </p:nvPr>
        </p:nvSpPr>
        <p:spPr>
          <a:xfrm>
            <a:off x="606425" y="57257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8" name="文本框 67"/>
          <p:cNvSpPr txBox="1"/>
          <p:nvPr>
            <p:custDataLst>
              <p:tags r:id="rId32"/>
            </p:custDataLst>
          </p:nvPr>
        </p:nvSpPr>
        <p:spPr>
          <a:xfrm>
            <a:off x="606425" y="598106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69" name="文本框 68"/>
          <p:cNvSpPr txBox="1"/>
          <p:nvPr>
            <p:custDataLst>
              <p:tags r:id="rId33"/>
            </p:custDataLst>
          </p:nvPr>
        </p:nvSpPr>
        <p:spPr>
          <a:xfrm>
            <a:off x="644525" y="62972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cxnSp>
        <p:nvCxnSpPr>
          <p:cNvPr id="70" name="直接连接符 69"/>
          <p:cNvCxnSpPr/>
          <p:nvPr>
            <p:custDataLst>
              <p:tags r:id="rId34"/>
            </p:custDataLst>
          </p:nvPr>
        </p:nvCxnSpPr>
        <p:spPr>
          <a:xfrm flipH="1" flipV="1">
            <a:off x="758825" y="3554095"/>
            <a:ext cx="3111500" cy="31750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438650" y="1187450"/>
            <a:ext cx="50800" cy="52895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>
            <p:custDataLst>
              <p:tags r:id="rId35"/>
            </p:custDataLst>
          </p:nvPr>
        </p:nvSpPr>
        <p:spPr>
          <a:xfrm>
            <a:off x="5601335" y="375983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 </a:t>
            </a:r>
            <a:r>
              <a:rPr lang="en-US" altLang="zh-CN">
                <a:highlight>
                  <a:srgbClr val="FFFF00"/>
                </a:highlight>
              </a:rPr>
              <a:t>2</a:t>
            </a:r>
            <a:r>
              <a:rPr lang="en-US" altLang="zh-CN"/>
              <a:t>   ∞    5   ∞   ∞  ∞   ∞   ∞  ∞  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5601335" y="413702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</a:t>
            </a:r>
            <a:r>
              <a:rPr lang="en-US" altLang="zh-CN">
                <a:highlight>
                  <a:srgbClr val="FFFF00"/>
                </a:highlight>
              </a:rPr>
              <a:t>4</a:t>
            </a:r>
            <a:r>
              <a:rPr lang="en-US" altLang="zh-CN"/>
              <a:t>   ∞   ∞  ∞   ∞   ∞  ∞  </a:t>
            </a:r>
            <a:endParaRPr lang="en-US" altLang="zh-CN"/>
          </a:p>
        </p:txBody>
      </p:sp>
      <p:sp>
        <p:nvSpPr>
          <p:cNvPr id="75" name="文本框 74"/>
          <p:cNvSpPr txBox="1"/>
          <p:nvPr/>
        </p:nvSpPr>
        <p:spPr>
          <a:xfrm>
            <a:off x="5335905" y="2532380"/>
            <a:ext cx="2838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重复②③两步。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1335" y="450405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     ∞    8    6   ∞   ∞  ∞  </a:t>
            </a:r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36"/>
            </p:custDataLst>
          </p:nvPr>
        </p:nvSpPr>
        <p:spPr>
          <a:xfrm>
            <a:off x="5245100" y="2140585"/>
            <a:ext cx="5569585" cy="391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③更新</a:t>
            </a:r>
            <a:r>
              <a:rPr lang="en-US" altLang="zh-CN"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dist[j] = min{dist[j], dist[i]+G[i][j]}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3" grpId="0"/>
      <p:bldP spid="73" grpId="1"/>
      <p:bldP spid="75" grpId="0"/>
      <p:bldP spid="75" grpId="1"/>
      <p:bldP spid="3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50" y="953770"/>
            <a:ext cx="4201795" cy="24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6750" y="435610"/>
            <a:ext cx="452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=&gt;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假设源点为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0" y="516890"/>
            <a:ext cx="6468745" cy="162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>
                <a:solidFill>
                  <a:srgbClr val="FF0000"/>
                </a:solidFill>
              </a:rPr>
              <a:t>邻接矩阵 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G[][]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dist[i] =&gt; </a:t>
            </a:r>
            <a:r>
              <a:rPr lang="zh-CN" altLang="en-US">
                <a:sym typeface="+mn-ea"/>
              </a:rPr>
              <a:t>当前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的最短路径长度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, visited[i] =&gt; </a:t>
            </a:r>
            <a:r>
              <a:rPr lang="zh-CN" altLang="en-US">
                <a:sym typeface="+mn-ea"/>
              </a:rPr>
              <a:t>是否已经找到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②找</a:t>
            </a:r>
            <a:r>
              <a:rPr lang="en-US" altLang="zh-CN"/>
              <a:t>dist[]</a:t>
            </a:r>
            <a:r>
              <a:rPr lang="zh-CN" altLang="en-US"/>
              <a:t>数组中最小值的数组下标</a:t>
            </a:r>
            <a:r>
              <a:rPr lang="en-US" altLang="zh-CN"/>
              <a:t>i =&gt; v</a:t>
            </a:r>
            <a:r>
              <a:rPr lang="en-US" altLang="zh-CN" baseline="-25000"/>
              <a:t>0</a:t>
            </a:r>
            <a:r>
              <a:rPr lang="en-US" altLang="zh-CN"/>
              <a:t>-v</a:t>
            </a:r>
            <a:r>
              <a:rPr lang="en-US" altLang="zh-CN" baseline="-25000"/>
              <a:t>i</a:t>
            </a:r>
            <a:r>
              <a:rPr lang="zh-CN" altLang="en-US">
                <a:sym typeface="+mn-ea"/>
              </a:rPr>
              <a:t>的最短路径长度</a:t>
            </a:r>
            <a:r>
              <a:rPr lang="en-US" altLang="zh-CN">
                <a:sym typeface="+mn-ea"/>
              </a:rPr>
              <a:t>dist[i]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40910" y="3731895"/>
            <a:ext cx="4241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40910" y="3363595"/>
            <a:ext cx="4241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0    0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0    0    0</a:t>
            </a:r>
            <a:endParaRPr lang="en-US" altLang="zh-CN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5374640" y="3001645"/>
            <a:ext cx="3607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>
                <a:sym typeface="+mn-ea"/>
              </a:rPr>
              <a:t>    0    1    2    3    4    5    6    7    8    9</a:t>
            </a:r>
            <a:endParaRPr lang="en-US" altLang="zh-CN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9556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77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" name="文本框 34"/>
          <p:cNvSpPr txBox="1"/>
          <p:nvPr>
            <p:custDataLst>
              <p:tags r:id="rId6"/>
            </p:custDataLst>
          </p:nvPr>
        </p:nvSpPr>
        <p:spPr>
          <a:xfrm>
            <a:off x="15271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1774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20605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23812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26511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2917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31940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35147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sp>
        <p:nvSpPr>
          <p:cNvPr id="48" name="文本框 47"/>
          <p:cNvSpPr txBox="1"/>
          <p:nvPr>
            <p:custDataLst>
              <p:tags r:id="rId14"/>
            </p:custDataLst>
          </p:nvPr>
        </p:nvSpPr>
        <p:spPr>
          <a:xfrm>
            <a:off x="955675" y="37318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2  ∞  5  ∞  ∞  ∞  ∞  ∞  ∞  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>
            <a:off x="955675" y="40366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 5   2  ∞  ∞  ∞  ∞  ∞  ∞  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955675" y="43097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5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 4   ∞  ∞  ∞  ∞  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955675" y="46145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  2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 4    2  ∞  ∞  ∞  </a:t>
            </a:r>
            <a:endParaRPr lang="en-US" altLang="zh-CN"/>
          </a:p>
        </p:txBody>
      </p:sp>
      <p:sp>
        <p:nvSpPr>
          <p:cNvPr id="54" name="文本框 53"/>
          <p:cNvSpPr txBox="1"/>
          <p:nvPr>
            <p:custDataLst>
              <p:tags r:id="rId18"/>
            </p:custDataLst>
          </p:nvPr>
        </p:nvSpPr>
        <p:spPr>
          <a:xfrm>
            <a:off x="955675" y="48812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2   ∞   5  ∞  ∞  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9"/>
            </p:custDataLst>
          </p:nvPr>
        </p:nvSpPr>
        <p:spPr>
          <a:xfrm>
            <a:off x="955675" y="51542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4   4   2  ∞    3   9   6  ∞  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20"/>
            </p:custDataLst>
          </p:nvPr>
        </p:nvSpPr>
        <p:spPr>
          <a:xfrm>
            <a:off x="955675" y="54590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2  ∞  3   ∞   ∞  7  ∞  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1"/>
            </p:custDataLst>
          </p:nvPr>
        </p:nvSpPr>
        <p:spPr>
          <a:xfrm>
            <a:off x="955675" y="5757545"/>
            <a:ext cx="323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5  9   ∞  ∞   3   4  </a:t>
            </a:r>
            <a:endParaRPr lang="en-US" altLang="zh-CN"/>
          </a:p>
        </p:txBody>
      </p:sp>
      <p:sp>
        <p:nvSpPr>
          <p:cNvPr id="58" name="文本框 57"/>
          <p:cNvSpPr txBox="1"/>
          <p:nvPr>
            <p:custDataLst>
              <p:tags r:id="rId22"/>
            </p:custDataLst>
          </p:nvPr>
        </p:nvSpPr>
        <p:spPr>
          <a:xfrm>
            <a:off x="955675" y="60305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6  7   3   ∞   8  </a:t>
            </a:r>
            <a:endParaRPr lang="en-US" altLang="zh-CN"/>
          </a:p>
        </p:txBody>
      </p:sp>
      <p:sp>
        <p:nvSpPr>
          <p:cNvPr id="59" name="文本框 58"/>
          <p:cNvSpPr txBox="1"/>
          <p:nvPr>
            <p:custDataLst>
              <p:tags r:id="rId23"/>
            </p:custDataLst>
          </p:nvPr>
        </p:nvSpPr>
        <p:spPr>
          <a:xfrm>
            <a:off x="955675" y="63353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∞  ∞  4  8  ∞  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4"/>
            </p:custDataLst>
          </p:nvPr>
        </p:nvSpPr>
        <p:spPr>
          <a:xfrm>
            <a:off x="606425" y="37318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61" name="文本框 60"/>
          <p:cNvSpPr txBox="1"/>
          <p:nvPr>
            <p:custDataLst>
              <p:tags r:id="rId25"/>
            </p:custDataLst>
          </p:nvPr>
        </p:nvSpPr>
        <p:spPr>
          <a:xfrm>
            <a:off x="606425" y="3971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606425" y="426085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63" name="文本框 62"/>
          <p:cNvSpPr txBox="1"/>
          <p:nvPr>
            <p:custDataLst>
              <p:tags r:id="rId27"/>
            </p:custDataLst>
          </p:nvPr>
        </p:nvSpPr>
        <p:spPr>
          <a:xfrm>
            <a:off x="606425" y="45605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606425" y="4860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606425" y="514540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66" name="文本框 65"/>
          <p:cNvSpPr txBox="1"/>
          <p:nvPr>
            <p:custDataLst>
              <p:tags r:id="rId30"/>
            </p:custDataLst>
          </p:nvPr>
        </p:nvSpPr>
        <p:spPr>
          <a:xfrm>
            <a:off x="606425" y="54749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67" name="文本框 66"/>
          <p:cNvSpPr txBox="1"/>
          <p:nvPr>
            <p:custDataLst>
              <p:tags r:id="rId31"/>
            </p:custDataLst>
          </p:nvPr>
        </p:nvSpPr>
        <p:spPr>
          <a:xfrm>
            <a:off x="606425" y="57257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8" name="文本框 67"/>
          <p:cNvSpPr txBox="1"/>
          <p:nvPr>
            <p:custDataLst>
              <p:tags r:id="rId32"/>
            </p:custDataLst>
          </p:nvPr>
        </p:nvSpPr>
        <p:spPr>
          <a:xfrm>
            <a:off x="606425" y="598106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69" name="文本框 68"/>
          <p:cNvSpPr txBox="1"/>
          <p:nvPr>
            <p:custDataLst>
              <p:tags r:id="rId33"/>
            </p:custDataLst>
          </p:nvPr>
        </p:nvSpPr>
        <p:spPr>
          <a:xfrm>
            <a:off x="644525" y="62972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cxnSp>
        <p:nvCxnSpPr>
          <p:cNvPr id="70" name="直接连接符 69"/>
          <p:cNvCxnSpPr/>
          <p:nvPr>
            <p:custDataLst>
              <p:tags r:id="rId34"/>
            </p:custDataLst>
          </p:nvPr>
        </p:nvCxnSpPr>
        <p:spPr>
          <a:xfrm flipH="1" flipV="1">
            <a:off x="758825" y="3554095"/>
            <a:ext cx="3111500" cy="31750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438650" y="1187450"/>
            <a:ext cx="50800" cy="52895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>
            <p:custDataLst>
              <p:tags r:id="rId35"/>
            </p:custDataLst>
          </p:nvPr>
        </p:nvSpPr>
        <p:spPr>
          <a:xfrm>
            <a:off x="5601335" y="375983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 </a:t>
            </a:r>
            <a:r>
              <a:rPr lang="en-US" altLang="zh-CN">
                <a:highlight>
                  <a:srgbClr val="FFFF00"/>
                </a:highlight>
              </a:rPr>
              <a:t>2</a:t>
            </a:r>
            <a:r>
              <a:rPr lang="en-US" altLang="zh-CN"/>
              <a:t>   ∞    5   ∞   ∞  ∞   ∞   ∞  ∞  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5601335" y="413702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</a:t>
            </a:r>
            <a:r>
              <a:rPr lang="en-US" altLang="zh-CN">
                <a:highlight>
                  <a:srgbClr val="FFFF00"/>
                </a:highlight>
              </a:rPr>
              <a:t>4</a:t>
            </a:r>
            <a:r>
              <a:rPr lang="en-US" altLang="zh-CN"/>
              <a:t>   ∞   ∞  ∞   ∞   ∞  ∞  </a:t>
            </a:r>
            <a:endParaRPr lang="en-US" altLang="zh-CN"/>
          </a:p>
        </p:txBody>
      </p:sp>
      <p:sp>
        <p:nvSpPr>
          <p:cNvPr id="75" name="文本框 74"/>
          <p:cNvSpPr txBox="1"/>
          <p:nvPr/>
        </p:nvSpPr>
        <p:spPr>
          <a:xfrm>
            <a:off x="5335905" y="2532380"/>
            <a:ext cx="2838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重复②③两步。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1335" y="450405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     ∞    8    </a:t>
            </a:r>
            <a:r>
              <a:rPr lang="en-US" altLang="zh-CN">
                <a:highlight>
                  <a:srgbClr val="FFFF00"/>
                </a:highlight>
              </a:rPr>
              <a:t>6</a:t>
            </a:r>
            <a:r>
              <a:rPr lang="en-US" altLang="zh-CN"/>
              <a:t>   ∞   ∞  ∞  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601335" y="48812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     ∞    8         ∞   13  ∞  </a:t>
            </a:r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36"/>
            </p:custDataLst>
          </p:nvPr>
        </p:nvSpPr>
        <p:spPr>
          <a:xfrm>
            <a:off x="5245100" y="2140585"/>
            <a:ext cx="5569585" cy="391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③更新</a:t>
            </a:r>
            <a:r>
              <a:rPr lang="en-US" altLang="zh-CN"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dist[j] = min{dist[j], dist[i]+G[i][j]}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3" grpId="0"/>
      <p:bldP spid="73" grpId="1"/>
      <p:bldP spid="75" grpId="0"/>
      <p:bldP spid="75" grpId="1"/>
      <p:bldP spid="3" grpId="0"/>
      <p:bldP spid="3" grpId="1"/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50" y="953770"/>
            <a:ext cx="4201795" cy="24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6750" y="435610"/>
            <a:ext cx="452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=&gt;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假设源点为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0" y="516890"/>
            <a:ext cx="6480810" cy="162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>
                <a:solidFill>
                  <a:srgbClr val="FF0000"/>
                </a:solidFill>
              </a:rPr>
              <a:t>邻接矩阵 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G[][]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dist[i] =&gt; </a:t>
            </a:r>
            <a:r>
              <a:rPr lang="zh-CN" altLang="en-US">
                <a:sym typeface="+mn-ea"/>
              </a:rPr>
              <a:t>当前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的最短路径长度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, visited[i] =&gt; </a:t>
            </a:r>
            <a:r>
              <a:rPr lang="zh-CN" altLang="en-US">
                <a:sym typeface="+mn-ea"/>
              </a:rPr>
              <a:t>是否已经找到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②找</a:t>
            </a:r>
            <a:r>
              <a:rPr lang="en-US" altLang="zh-CN"/>
              <a:t>dist[]</a:t>
            </a:r>
            <a:r>
              <a:rPr lang="zh-CN" altLang="en-US"/>
              <a:t>数组中最小值的数组下标</a:t>
            </a:r>
            <a:r>
              <a:rPr lang="en-US" altLang="zh-CN"/>
              <a:t>i =&gt; v</a:t>
            </a:r>
            <a:r>
              <a:rPr lang="en-US" altLang="zh-CN" baseline="-25000"/>
              <a:t>0</a:t>
            </a:r>
            <a:r>
              <a:rPr lang="en-US" altLang="zh-CN"/>
              <a:t>-v</a:t>
            </a:r>
            <a:r>
              <a:rPr lang="en-US" altLang="zh-CN" baseline="-25000"/>
              <a:t>i</a:t>
            </a:r>
            <a:r>
              <a:rPr lang="zh-CN" altLang="en-US">
                <a:sym typeface="+mn-ea"/>
              </a:rPr>
              <a:t>的最短路径长度</a:t>
            </a:r>
            <a:r>
              <a:rPr lang="en-US" altLang="zh-CN">
                <a:sym typeface="+mn-ea"/>
              </a:rPr>
              <a:t>dist[i]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40910" y="3731895"/>
            <a:ext cx="4241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40910" y="3363595"/>
            <a:ext cx="4241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0    0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0    0    0</a:t>
            </a:r>
            <a:endParaRPr lang="en-US" altLang="zh-CN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5374640" y="3001645"/>
            <a:ext cx="3607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>
                <a:sym typeface="+mn-ea"/>
              </a:rPr>
              <a:t>    0    1    2    3    4    5    6    7    8    9</a:t>
            </a:r>
            <a:endParaRPr lang="en-US" altLang="zh-CN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9556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77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" name="文本框 34"/>
          <p:cNvSpPr txBox="1"/>
          <p:nvPr>
            <p:custDataLst>
              <p:tags r:id="rId6"/>
            </p:custDataLst>
          </p:nvPr>
        </p:nvSpPr>
        <p:spPr>
          <a:xfrm>
            <a:off x="15271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1774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20605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23812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26511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2917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31940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35147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sp>
        <p:nvSpPr>
          <p:cNvPr id="48" name="文本框 47"/>
          <p:cNvSpPr txBox="1"/>
          <p:nvPr>
            <p:custDataLst>
              <p:tags r:id="rId14"/>
            </p:custDataLst>
          </p:nvPr>
        </p:nvSpPr>
        <p:spPr>
          <a:xfrm>
            <a:off x="955675" y="37318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2  ∞  5  ∞  ∞  ∞  ∞  ∞  ∞  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>
            <a:off x="955675" y="40366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 5   2  ∞  ∞  ∞  ∞  ∞  ∞  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955675" y="43097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5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 4   ∞  ∞  ∞  ∞  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955675" y="46145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  2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 4    2  ∞  ∞  ∞  </a:t>
            </a:r>
            <a:endParaRPr lang="en-US" altLang="zh-CN"/>
          </a:p>
        </p:txBody>
      </p:sp>
      <p:sp>
        <p:nvSpPr>
          <p:cNvPr id="54" name="文本框 53"/>
          <p:cNvSpPr txBox="1"/>
          <p:nvPr>
            <p:custDataLst>
              <p:tags r:id="rId18"/>
            </p:custDataLst>
          </p:nvPr>
        </p:nvSpPr>
        <p:spPr>
          <a:xfrm>
            <a:off x="955675" y="48812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2   ∞   5  ∞  ∞  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9"/>
            </p:custDataLst>
          </p:nvPr>
        </p:nvSpPr>
        <p:spPr>
          <a:xfrm>
            <a:off x="955675" y="51542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4   4   2  ∞    3   9   6  ∞  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20"/>
            </p:custDataLst>
          </p:nvPr>
        </p:nvSpPr>
        <p:spPr>
          <a:xfrm>
            <a:off x="955675" y="54590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2  ∞  3   ∞   ∞  7  ∞  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1"/>
            </p:custDataLst>
          </p:nvPr>
        </p:nvSpPr>
        <p:spPr>
          <a:xfrm>
            <a:off x="955675" y="5757545"/>
            <a:ext cx="323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5  9   ∞  ∞   3   4  </a:t>
            </a:r>
            <a:endParaRPr lang="en-US" altLang="zh-CN"/>
          </a:p>
        </p:txBody>
      </p:sp>
      <p:sp>
        <p:nvSpPr>
          <p:cNvPr id="58" name="文本框 57"/>
          <p:cNvSpPr txBox="1"/>
          <p:nvPr>
            <p:custDataLst>
              <p:tags r:id="rId22"/>
            </p:custDataLst>
          </p:nvPr>
        </p:nvSpPr>
        <p:spPr>
          <a:xfrm>
            <a:off x="955675" y="60305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6  7   3   ∞   8  </a:t>
            </a:r>
            <a:endParaRPr lang="en-US" altLang="zh-CN"/>
          </a:p>
        </p:txBody>
      </p:sp>
      <p:sp>
        <p:nvSpPr>
          <p:cNvPr id="59" name="文本框 58"/>
          <p:cNvSpPr txBox="1"/>
          <p:nvPr>
            <p:custDataLst>
              <p:tags r:id="rId23"/>
            </p:custDataLst>
          </p:nvPr>
        </p:nvSpPr>
        <p:spPr>
          <a:xfrm>
            <a:off x="955675" y="63353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∞  ∞  4  8  ∞  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4"/>
            </p:custDataLst>
          </p:nvPr>
        </p:nvSpPr>
        <p:spPr>
          <a:xfrm>
            <a:off x="606425" y="37318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61" name="文本框 60"/>
          <p:cNvSpPr txBox="1"/>
          <p:nvPr>
            <p:custDataLst>
              <p:tags r:id="rId25"/>
            </p:custDataLst>
          </p:nvPr>
        </p:nvSpPr>
        <p:spPr>
          <a:xfrm>
            <a:off x="606425" y="3971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606425" y="426085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63" name="文本框 62"/>
          <p:cNvSpPr txBox="1"/>
          <p:nvPr>
            <p:custDataLst>
              <p:tags r:id="rId27"/>
            </p:custDataLst>
          </p:nvPr>
        </p:nvSpPr>
        <p:spPr>
          <a:xfrm>
            <a:off x="606425" y="45605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606425" y="4860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606425" y="514540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66" name="文本框 65"/>
          <p:cNvSpPr txBox="1"/>
          <p:nvPr>
            <p:custDataLst>
              <p:tags r:id="rId30"/>
            </p:custDataLst>
          </p:nvPr>
        </p:nvSpPr>
        <p:spPr>
          <a:xfrm>
            <a:off x="606425" y="54749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67" name="文本框 66"/>
          <p:cNvSpPr txBox="1"/>
          <p:nvPr>
            <p:custDataLst>
              <p:tags r:id="rId31"/>
            </p:custDataLst>
          </p:nvPr>
        </p:nvSpPr>
        <p:spPr>
          <a:xfrm>
            <a:off x="606425" y="57257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8" name="文本框 67"/>
          <p:cNvSpPr txBox="1"/>
          <p:nvPr>
            <p:custDataLst>
              <p:tags r:id="rId32"/>
            </p:custDataLst>
          </p:nvPr>
        </p:nvSpPr>
        <p:spPr>
          <a:xfrm>
            <a:off x="606425" y="598106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69" name="文本框 68"/>
          <p:cNvSpPr txBox="1"/>
          <p:nvPr>
            <p:custDataLst>
              <p:tags r:id="rId33"/>
            </p:custDataLst>
          </p:nvPr>
        </p:nvSpPr>
        <p:spPr>
          <a:xfrm>
            <a:off x="644525" y="62972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cxnSp>
        <p:nvCxnSpPr>
          <p:cNvPr id="70" name="直接连接符 69"/>
          <p:cNvCxnSpPr/>
          <p:nvPr>
            <p:custDataLst>
              <p:tags r:id="rId34"/>
            </p:custDataLst>
          </p:nvPr>
        </p:nvCxnSpPr>
        <p:spPr>
          <a:xfrm flipH="1" flipV="1">
            <a:off x="758825" y="3554095"/>
            <a:ext cx="3111500" cy="31750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438650" y="1187450"/>
            <a:ext cx="50800" cy="52895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>
            <p:custDataLst>
              <p:tags r:id="rId35"/>
            </p:custDataLst>
          </p:nvPr>
        </p:nvSpPr>
        <p:spPr>
          <a:xfrm>
            <a:off x="5601335" y="375983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 </a:t>
            </a:r>
            <a:r>
              <a:rPr lang="en-US" altLang="zh-CN">
                <a:highlight>
                  <a:srgbClr val="FFFF00"/>
                </a:highlight>
              </a:rPr>
              <a:t>2</a:t>
            </a:r>
            <a:r>
              <a:rPr lang="en-US" altLang="zh-CN"/>
              <a:t>   ∞    5   ∞   ∞  ∞   ∞   ∞  ∞  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5601335" y="413702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</a:t>
            </a:r>
            <a:r>
              <a:rPr lang="en-US" altLang="zh-CN">
                <a:highlight>
                  <a:srgbClr val="FFFF00"/>
                </a:highlight>
              </a:rPr>
              <a:t>4</a:t>
            </a:r>
            <a:r>
              <a:rPr lang="en-US" altLang="zh-CN"/>
              <a:t>   ∞   ∞  ∞   ∞   ∞  ∞  </a:t>
            </a:r>
            <a:endParaRPr lang="en-US" altLang="zh-CN"/>
          </a:p>
        </p:txBody>
      </p:sp>
      <p:sp>
        <p:nvSpPr>
          <p:cNvPr id="75" name="文本框 74"/>
          <p:cNvSpPr txBox="1"/>
          <p:nvPr/>
        </p:nvSpPr>
        <p:spPr>
          <a:xfrm>
            <a:off x="5335905" y="2532380"/>
            <a:ext cx="2838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重复②③两步。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1335" y="450405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     ∞    8    </a:t>
            </a:r>
            <a:r>
              <a:rPr lang="en-US" altLang="zh-CN">
                <a:highlight>
                  <a:srgbClr val="FFFF00"/>
                </a:highlight>
              </a:rPr>
              <a:t>6</a:t>
            </a:r>
            <a:r>
              <a:rPr lang="en-US" altLang="zh-CN"/>
              <a:t>   ∞   ∞  ∞  </a:t>
            </a:r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36"/>
            </p:custDataLst>
          </p:nvPr>
        </p:nvSpPr>
        <p:spPr>
          <a:xfrm>
            <a:off x="5601335" y="48812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</a:t>
            </a:r>
            <a:r>
              <a:rPr lang="en-US" altLang="zh-CN">
                <a:highlight>
                  <a:srgbClr val="FFFF00"/>
                </a:highlight>
              </a:rPr>
              <a:t>7</a:t>
            </a:r>
            <a:r>
              <a:rPr lang="en-US" altLang="zh-CN"/>
              <a:t>          ∞    8         ∞   13  ∞ 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601335" y="52495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15    8         ∞   13  ∞  </a:t>
            </a:r>
            <a:endParaRPr lang="en-US" altLang="zh-CN"/>
          </a:p>
        </p:txBody>
      </p:sp>
      <p:sp>
        <p:nvSpPr>
          <p:cNvPr id="7" name="文本框 6"/>
          <p:cNvSpPr txBox="1"/>
          <p:nvPr>
            <p:custDataLst>
              <p:tags r:id="rId37"/>
            </p:custDataLst>
          </p:nvPr>
        </p:nvSpPr>
        <p:spPr>
          <a:xfrm>
            <a:off x="5245100" y="2140585"/>
            <a:ext cx="5569585" cy="391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③更新</a:t>
            </a:r>
            <a:r>
              <a:rPr lang="en-US" altLang="zh-CN"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dist[j] = min{dist[j], dist[i]+G[i][j]}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3" grpId="0"/>
      <p:bldP spid="73" grpId="1"/>
      <p:bldP spid="75" grpId="0"/>
      <p:bldP spid="75" grpId="1"/>
      <p:bldP spid="3" grpId="0"/>
      <p:bldP spid="3" grpId="1"/>
      <p:bldP spid="5" grpId="0"/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50" y="953770"/>
            <a:ext cx="4201795" cy="24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6750" y="435610"/>
            <a:ext cx="452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=&gt;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假设源点为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0" y="516890"/>
            <a:ext cx="6480810" cy="162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>
                <a:solidFill>
                  <a:srgbClr val="FF0000"/>
                </a:solidFill>
              </a:rPr>
              <a:t>邻接矩阵 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G[][]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dist[i] =&gt; </a:t>
            </a:r>
            <a:r>
              <a:rPr lang="zh-CN" altLang="en-US">
                <a:sym typeface="+mn-ea"/>
              </a:rPr>
              <a:t>当前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的最短路径长度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, visited[i] =&gt; </a:t>
            </a:r>
            <a:r>
              <a:rPr lang="zh-CN" altLang="en-US">
                <a:sym typeface="+mn-ea"/>
              </a:rPr>
              <a:t>是否已经找到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②找</a:t>
            </a:r>
            <a:r>
              <a:rPr lang="en-US" altLang="zh-CN"/>
              <a:t>dist[]</a:t>
            </a:r>
            <a:r>
              <a:rPr lang="zh-CN" altLang="en-US"/>
              <a:t>数组中最小值的数组下标</a:t>
            </a:r>
            <a:r>
              <a:rPr lang="en-US" altLang="zh-CN"/>
              <a:t>i =&gt; v</a:t>
            </a:r>
            <a:r>
              <a:rPr lang="en-US" altLang="zh-CN" baseline="-25000"/>
              <a:t>0</a:t>
            </a:r>
            <a:r>
              <a:rPr lang="en-US" altLang="zh-CN"/>
              <a:t>-v</a:t>
            </a:r>
            <a:r>
              <a:rPr lang="en-US" altLang="zh-CN" baseline="-25000"/>
              <a:t>i</a:t>
            </a:r>
            <a:r>
              <a:rPr lang="zh-CN" altLang="en-US">
                <a:sym typeface="+mn-ea"/>
              </a:rPr>
              <a:t>的最短路径长度</a:t>
            </a:r>
            <a:r>
              <a:rPr lang="en-US" altLang="zh-CN">
                <a:sym typeface="+mn-ea"/>
              </a:rPr>
              <a:t>dist[i]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40910" y="3731895"/>
            <a:ext cx="4241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40910" y="3363595"/>
            <a:ext cx="4241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0    0    0</a:t>
            </a:r>
            <a:endParaRPr lang="en-US" altLang="zh-CN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5374640" y="3001645"/>
            <a:ext cx="3607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>
                <a:sym typeface="+mn-ea"/>
              </a:rPr>
              <a:t>    0    1    2    3    4    5    6    7    8    9</a:t>
            </a:r>
            <a:endParaRPr lang="en-US" altLang="zh-CN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9556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77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" name="文本框 34"/>
          <p:cNvSpPr txBox="1"/>
          <p:nvPr>
            <p:custDataLst>
              <p:tags r:id="rId6"/>
            </p:custDataLst>
          </p:nvPr>
        </p:nvSpPr>
        <p:spPr>
          <a:xfrm>
            <a:off x="15271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1774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20605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23812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26511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2917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31940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35147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sp>
        <p:nvSpPr>
          <p:cNvPr id="48" name="文本框 47"/>
          <p:cNvSpPr txBox="1"/>
          <p:nvPr>
            <p:custDataLst>
              <p:tags r:id="rId14"/>
            </p:custDataLst>
          </p:nvPr>
        </p:nvSpPr>
        <p:spPr>
          <a:xfrm>
            <a:off x="955675" y="37318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2  ∞  5  ∞  ∞  ∞  ∞  ∞  ∞  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>
            <a:off x="955675" y="40366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 5   2  ∞  ∞  ∞  ∞  ∞  ∞  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955675" y="43097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5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 4   ∞  ∞  ∞  ∞  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955675" y="46145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  2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 4    2  ∞  ∞  ∞  </a:t>
            </a:r>
            <a:endParaRPr lang="en-US" altLang="zh-CN"/>
          </a:p>
        </p:txBody>
      </p:sp>
      <p:sp>
        <p:nvSpPr>
          <p:cNvPr id="54" name="文本框 53"/>
          <p:cNvSpPr txBox="1"/>
          <p:nvPr>
            <p:custDataLst>
              <p:tags r:id="rId18"/>
            </p:custDataLst>
          </p:nvPr>
        </p:nvSpPr>
        <p:spPr>
          <a:xfrm>
            <a:off x="955675" y="48812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2   ∞   5  ∞  ∞  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9"/>
            </p:custDataLst>
          </p:nvPr>
        </p:nvSpPr>
        <p:spPr>
          <a:xfrm>
            <a:off x="955675" y="51542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4   4   2  ∞    3   9   6  ∞  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20"/>
            </p:custDataLst>
          </p:nvPr>
        </p:nvSpPr>
        <p:spPr>
          <a:xfrm>
            <a:off x="955675" y="54590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2  ∞  3   ∞   ∞  7  ∞  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1"/>
            </p:custDataLst>
          </p:nvPr>
        </p:nvSpPr>
        <p:spPr>
          <a:xfrm>
            <a:off x="955675" y="5757545"/>
            <a:ext cx="323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5  9   ∞  ∞   3   4  </a:t>
            </a:r>
            <a:endParaRPr lang="en-US" altLang="zh-CN"/>
          </a:p>
        </p:txBody>
      </p:sp>
      <p:sp>
        <p:nvSpPr>
          <p:cNvPr id="58" name="文本框 57"/>
          <p:cNvSpPr txBox="1"/>
          <p:nvPr>
            <p:custDataLst>
              <p:tags r:id="rId22"/>
            </p:custDataLst>
          </p:nvPr>
        </p:nvSpPr>
        <p:spPr>
          <a:xfrm>
            <a:off x="955675" y="60305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6  7   3   ∞   8  </a:t>
            </a:r>
            <a:endParaRPr lang="en-US" altLang="zh-CN"/>
          </a:p>
        </p:txBody>
      </p:sp>
      <p:sp>
        <p:nvSpPr>
          <p:cNvPr id="59" name="文本框 58"/>
          <p:cNvSpPr txBox="1"/>
          <p:nvPr>
            <p:custDataLst>
              <p:tags r:id="rId23"/>
            </p:custDataLst>
          </p:nvPr>
        </p:nvSpPr>
        <p:spPr>
          <a:xfrm>
            <a:off x="955675" y="63353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∞  ∞  4  8  ∞  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4"/>
            </p:custDataLst>
          </p:nvPr>
        </p:nvSpPr>
        <p:spPr>
          <a:xfrm>
            <a:off x="606425" y="37318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61" name="文本框 60"/>
          <p:cNvSpPr txBox="1"/>
          <p:nvPr>
            <p:custDataLst>
              <p:tags r:id="rId25"/>
            </p:custDataLst>
          </p:nvPr>
        </p:nvSpPr>
        <p:spPr>
          <a:xfrm>
            <a:off x="606425" y="3971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606425" y="426085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63" name="文本框 62"/>
          <p:cNvSpPr txBox="1"/>
          <p:nvPr>
            <p:custDataLst>
              <p:tags r:id="rId27"/>
            </p:custDataLst>
          </p:nvPr>
        </p:nvSpPr>
        <p:spPr>
          <a:xfrm>
            <a:off x="606425" y="45605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606425" y="4860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606425" y="514540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66" name="文本框 65"/>
          <p:cNvSpPr txBox="1"/>
          <p:nvPr>
            <p:custDataLst>
              <p:tags r:id="rId30"/>
            </p:custDataLst>
          </p:nvPr>
        </p:nvSpPr>
        <p:spPr>
          <a:xfrm>
            <a:off x="606425" y="54749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67" name="文本框 66"/>
          <p:cNvSpPr txBox="1"/>
          <p:nvPr>
            <p:custDataLst>
              <p:tags r:id="rId31"/>
            </p:custDataLst>
          </p:nvPr>
        </p:nvSpPr>
        <p:spPr>
          <a:xfrm>
            <a:off x="606425" y="57257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8" name="文本框 67"/>
          <p:cNvSpPr txBox="1"/>
          <p:nvPr>
            <p:custDataLst>
              <p:tags r:id="rId32"/>
            </p:custDataLst>
          </p:nvPr>
        </p:nvSpPr>
        <p:spPr>
          <a:xfrm>
            <a:off x="606425" y="598106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69" name="文本框 68"/>
          <p:cNvSpPr txBox="1"/>
          <p:nvPr>
            <p:custDataLst>
              <p:tags r:id="rId33"/>
            </p:custDataLst>
          </p:nvPr>
        </p:nvSpPr>
        <p:spPr>
          <a:xfrm>
            <a:off x="644525" y="62972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cxnSp>
        <p:nvCxnSpPr>
          <p:cNvPr id="70" name="直接连接符 69"/>
          <p:cNvCxnSpPr/>
          <p:nvPr>
            <p:custDataLst>
              <p:tags r:id="rId34"/>
            </p:custDataLst>
          </p:nvPr>
        </p:nvCxnSpPr>
        <p:spPr>
          <a:xfrm flipH="1" flipV="1">
            <a:off x="758825" y="3554095"/>
            <a:ext cx="3111500" cy="31750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438650" y="1187450"/>
            <a:ext cx="50800" cy="52895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>
            <p:custDataLst>
              <p:tags r:id="rId35"/>
            </p:custDataLst>
          </p:nvPr>
        </p:nvSpPr>
        <p:spPr>
          <a:xfrm>
            <a:off x="5601335" y="375983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 </a:t>
            </a:r>
            <a:r>
              <a:rPr lang="en-US" altLang="zh-CN">
                <a:highlight>
                  <a:srgbClr val="FFFF00"/>
                </a:highlight>
              </a:rPr>
              <a:t>2</a:t>
            </a:r>
            <a:r>
              <a:rPr lang="en-US" altLang="zh-CN"/>
              <a:t>   ∞    5   ∞   ∞  ∞   ∞   ∞  ∞  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5601335" y="413702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</a:t>
            </a:r>
            <a:r>
              <a:rPr lang="en-US" altLang="zh-CN">
                <a:highlight>
                  <a:srgbClr val="FFFF00"/>
                </a:highlight>
              </a:rPr>
              <a:t>4</a:t>
            </a:r>
            <a:r>
              <a:rPr lang="en-US" altLang="zh-CN"/>
              <a:t>   ∞   ∞  ∞   ∞   ∞  ∞  </a:t>
            </a:r>
            <a:endParaRPr lang="en-US" altLang="zh-CN"/>
          </a:p>
        </p:txBody>
      </p:sp>
      <p:sp>
        <p:nvSpPr>
          <p:cNvPr id="75" name="文本框 74"/>
          <p:cNvSpPr txBox="1"/>
          <p:nvPr/>
        </p:nvSpPr>
        <p:spPr>
          <a:xfrm>
            <a:off x="5335905" y="2532380"/>
            <a:ext cx="2838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重复②③两步。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1335" y="450405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     ∞    8    </a:t>
            </a:r>
            <a:r>
              <a:rPr lang="en-US" altLang="zh-CN">
                <a:highlight>
                  <a:srgbClr val="FFFF00"/>
                </a:highlight>
              </a:rPr>
              <a:t>6</a:t>
            </a:r>
            <a:r>
              <a:rPr lang="en-US" altLang="zh-CN"/>
              <a:t>   ∞   ∞  ∞  </a:t>
            </a:r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36"/>
            </p:custDataLst>
          </p:nvPr>
        </p:nvSpPr>
        <p:spPr>
          <a:xfrm>
            <a:off x="5601335" y="48812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</a:t>
            </a:r>
            <a:r>
              <a:rPr lang="en-US" altLang="zh-CN">
                <a:highlight>
                  <a:srgbClr val="FFFF00"/>
                </a:highlight>
              </a:rPr>
              <a:t>7</a:t>
            </a:r>
            <a:r>
              <a:rPr lang="en-US" altLang="zh-CN"/>
              <a:t>          ∞    8         ∞   13  ∞ 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601335" y="52495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15    </a:t>
            </a:r>
            <a:r>
              <a:rPr lang="en-US" altLang="zh-CN">
                <a:highlight>
                  <a:srgbClr val="FFFF00"/>
                </a:highlight>
              </a:rPr>
              <a:t>8</a:t>
            </a:r>
            <a:r>
              <a:rPr lang="en-US" altLang="zh-CN"/>
              <a:t>         ∞   13  ∞ 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601335" y="561276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10               17   13  ∞  </a:t>
            </a:r>
            <a:endParaRPr lang="en-US" altLang="zh-CN"/>
          </a:p>
        </p:txBody>
      </p:sp>
      <p:sp>
        <p:nvSpPr>
          <p:cNvPr id="8" name="文本框 7"/>
          <p:cNvSpPr txBox="1"/>
          <p:nvPr>
            <p:custDataLst>
              <p:tags r:id="rId37"/>
            </p:custDataLst>
          </p:nvPr>
        </p:nvSpPr>
        <p:spPr>
          <a:xfrm>
            <a:off x="5245100" y="2140585"/>
            <a:ext cx="5569585" cy="391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③更新</a:t>
            </a:r>
            <a:r>
              <a:rPr lang="en-US" altLang="zh-CN"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dist[j] = min{dist[j], dist[i]+G[i][j]}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3" grpId="0"/>
      <p:bldP spid="73" grpId="1"/>
      <p:bldP spid="75" grpId="0"/>
      <p:bldP spid="75" grpId="1"/>
      <p:bldP spid="3" grpId="0"/>
      <p:bldP spid="3" grpId="1"/>
      <p:bldP spid="5" grpId="0"/>
      <p:bldP spid="5" grpId="1"/>
      <p:bldP spid="6" grpId="0"/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50" y="953770"/>
            <a:ext cx="4201795" cy="24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6750" y="435610"/>
            <a:ext cx="452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=&gt;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假设源点为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0" y="516890"/>
            <a:ext cx="6468745" cy="162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>
                <a:solidFill>
                  <a:srgbClr val="FF0000"/>
                </a:solidFill>
              </a:rPr>
              <a:t>邻接矩阵 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G[][]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dist[i] =&gt; </a:t>
            </a:r>
            <a:r>
              <a:rPr lang="zh-CN" altLang="en-US">
                <a:sym typeface="+mn-ea"/>
              </a:rPr>
              <a:t>当前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的最短路径长度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, visited[i] =&gt; </a:t>
            </a:r>
            <a:r>
              <a:rPr lang="zh-CN" altLang="en-US">
                <a:sym typeface="+mn-ea"/>
              </a:rPr>
              <a:t>是否已经找到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②找</a:t>
            </a:r>
            <a:r>
              <a:rPr lang="en-US" altLang="zh-CN"/>
              <a:t>dist[]</a:t>
            </a:r>
            <a:r>
              <a:rPr lang="zh-CN" altLang="en-US"/>
              <a:t>数组中最小值的数组下标</a:t>
            </a:r>
            <a:r>
              <a:rPr lang="en-US" altLang="zh-CN"/>
              <a:t>i =&gt; v</a:t>
            </a:r>
            <a:r>
              <a:rPr lang="en-US" altLang="zh-CN" baseline="-25000"/>
              <a:t>0</a:t>
            </a:r>
            <a:r>
              <a:rPr lang="en-US" altLang="zh-CN"/>
              <a:t>-v</a:t>
            </a:r>
            <a:r>
              <a:rPr lang="en-US" altLang="zh-CN" baseline="-25000"/>
              <a:t>i</a:t>
            </a:r>
            <a:r>
              <a:rPr lang="zh-CN" altLang="en-US">
                <a:sym typeface="+mn-ea"/>
              </a:rPr>
              <a:t>的最短路径长度</a:t>
            </a:r>
            <a:r>
              <a:rPr lang="en-US" altLang="zh-CN">
                <a:sym typeface="+mn-ea"/>
              </a:rPr>
              <a:t>dist[i]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40910" y="3731895"/>
            <a:ext cx="4241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40910" y="3363595"/>
            <a:ext cx="4241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0    0    0</a:t>
            </a:r>
            <a:endParaRPr lang="en-US" altLang="zh-CN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5374640" y="3001645"/>
            <a:ext cx="3607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>
                <a:sym typeface="+mn-ea"/>
              </a:rPr>
              <a:t>    0    1    2    3    4    5    6    7    8    9</a:t>
            </a:r>
            <a:endParaRPr lang="en-US" altLang="zh-CN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9556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77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" name="文本框 34"/>
          <p:cNvSpPr txBox="1"/>
          <p:nvPr>
            <p:custDataLst>
              <p:tags r:id="rId6"/>
            </p:custDataLst>
          </p:nvPr>
        </p:nvSpPr>
        <p:spPr>
          <a:xfrm>
            <a:off x="15271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1774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20605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23812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26511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2917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31940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35147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sp>
        <p:nvSpPr>
          <p:cNvPr id="48" name="文本框 47"/>
          <p:cNvSpPr txBox="1"/>
          <p:nvPr>
            <p:custDataLst>
              <p:tags r:id="rId14"/>
            </p:custDataLst>
          </p:nvPr>
        </p:nvSpPr>
        <p:spPr>
          <a:xfrm>
            <a:off x="955675" y="37318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2  ∞  5  ∞  ∞  ∞  ∞  ∞  ∞  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>
            <a:off x="955675" y="40366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 5   2  ∞  ∞  ∞  ∞  ∞  ∞  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955675" y="43097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5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 4   ∞  ∞  ∞  ∞  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955675" y="46145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  2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 4    2  ∞  ∞  ∞  </a:t>
            </a:r>
            <a:endParaRPr lang="en-US" altLang="zh-CN"/>
          </a:p>
        </p:txBody>
      </p:sp>
      <p:sp>
        <p:nvSpPr>
          <p:cNvPr id="54" name="文本框 53"/>
          <p:cNvSpPr txBox="1"/>
          <p:nvPr>
            <p:custDataLst>
              <p:tags r:id="rId18"/>
            </p:custDataLst>
          </p:nvPr>
        </p:nvSpPr>
        <p:spPr>
          <a:xfrm>
            <a:off x="955675" y="48812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2   ∞   5  ∞  ∞  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9"/>
            </p:custDataLst>
          </p:nvPr>
        </p:nvSpPr>
        <p:spPr>
          <a:xfrm>
            <a:off x="955675" y="51542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4   4   2  ∞    3   9   6  ∞  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20"/>
            </p:custDataLst>
          </p:nvPr>
        </p:nvSpPr>
        <p:spPr>
          <a:xfrm>
            <a:off x="955675" y="54590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2  ∞  3   ∞   ∞  7  ∞  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1"/>
            </p:custDataLst>
          </p:nvPr>
        </p:nvSpPr>
        <p:spPr>
          <a:xfrm>
            <a:off x="955675" y="5757545"/>
            <a:ext cx="323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5  9   ∞  ∞   3   4  </a:t>
            </a:r>
            <a:endParaRPr lang="en-US" altLang="zh-CN"/>
          </a:p>
        </p:txBody>
      </p:sp>
      <p:sp>
        <p:nvSpPr>
          <p:cNvPr id="58" name="文本框 57"/>
          <p:cNvSpPr txBox="1"/>
          <p:nvPr>
            <p:custDataLst>
              <p:tags r:id="rId22"/>
            </p:custDataLst>
          </p:nvPr>
        </p:nvSpPr>
        <p:spPr>
          <a:xfrm>
            <a:off x="955675" y="60305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6  7   3   ∞   8  </a:t>
            </a:r>
            <a:endParaRPr lang="en-US" altLang="zh-CN"/>
          </a:p>
        </p:txBody>
      </p:sp>
      <p:sp>
        <p:nvSpPr>
          <p:cNvPr id="59" name="文本框 58"/>
          <p:cNvSpPr txBox="1"/>
          <p:nvPr>
            <p:custDataLst>
              <p:tags r:id="rId23"/>
            </p:custDataLst>
          </p:nvPr>
        </p:nvSpPr>
        <p:spPr>
          <a:xfrm>
            <a:off x="955675" y="63353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∞  ∞  4  8  ∞  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4"/>
            </p:custDataLst>
          </p:nvPr>
        </p:nvSpPr>
        <p:spPr>
          <a:xfrm>
            <a:off x="606425" y="37318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61" name="文本框 60"/>
          <p:cNvSpPr txBox="1"/>
          <p:nvPr>
            <p:custDataLst>
              <p:tags r:id="rId25"/>
            </p:custDataLst>
          </p:nvPr>
        </p:nvSpPr>
        <p:spPr>
          <a:xfrm>
            <a:off x="606425" y="3971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606425" y="426085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63" name="文本框 62"/>
          <p:cNvSpPr txBox="1"/>
          <p:nvPr>
            <p:custDataLst>
              <p:tags r:id="rId27"/>
            </p:custDataLst>
          </p:nvPr>
        </p:nvSpPr>
        <p:spPr>
          <a:xfrm>
            <a:off x="606425" y="45605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606425" y="4860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606425" y="514540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66" name="文本框 65"/>
          <p:cNvSpPr txBox="1"/>
          <p:nvPr>
            <p:custDataLst>
              <p:tags r:id="rId30"/>
            </p:custDataLst>
          </p:nvPr>
        </p:nvSpPr>
        <p:spPr>
          <a:xfrm>
            <a:off x="606425" y="54749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67" name="文本框 66"/>
          <p:cNvSpPr txBox="1"/>
          <p:nvPr>
            <p:custDataLst>
              <p:tags r:id="rId31"/>
            </p:custDataLst>
          </p:nvPr>
        </p:nvSpPr>
        <p:spPr>
          <a:xfrm>
            <a:off x="606425" y="57257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8" name="文本框 67"/>
          <p:cNvSpPr txBox="1"/>
          <p:nvPr>
            <p:custDataLst>
              <p:tags r:id="rId32"/>
            </p:custDataLst>
          </p:nvPr>
        </p:nvSpPr>
        <p:spPr>
          <a:xfrm>
            <a:off x="606425" y="598106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69" name="文本框 68"/>
          <p:cNvSpPr txBox="1"/>
          <p:nvPr>
            <p:custDataLst>
              <p:tags r:id="rId33"/>
            </p:custDataLst>
          </p:nvPr>
        </p:nvSpPr>
        <p:spPr>
          <a:xfrm>
            <a:off x="644525" y="62972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cxnSp>
        <p:nvCxnSpPr>
          <p:cNvPr id="70" name="直接连接符 69"/>
          <p:cNvCxnSpPr/>
          <p:nvPr>
            <p:custDataLst>
              <p:tags r:id="rId34"/>
            </p:custDataLst>
          </p:nvPr>
        </p:nvCxnSpPr>
        <p:spPr>
          <a:xfrm flipH="1" flipV="1">
            <a:off x="758825" y="3554095"/>
            <a:ext cx="3111500" cy="31750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438650" y="1187450"/>
            <a:ext cx="50800" cy="52895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>
            <p:custDataLst>
              <p:tags r:id="rId35"/>
            </p:custDataLst>
          </p:nvPr>
        </p:nvSpPr>
        <p:spPr>
          <a:xfrm>
            <a:off x="5601335" y="375983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 </a:t>
            </a:r>
            <a:r>
              <a:rPr lang="en-US" altLang="zh-CN">
                <a:highlight>
                  <a:srgbClr val="FFFF00"/>
                </a:highlight>
              </a:rPr>
              <a:t>2</a:t>
            </a:r>
            <a:r>
              <a:rPr lang="en-US" altLang="zh-CN"/>
              <a:t>   ∞    5   ∞   ∞  ∞   ∞   ∞  ∞  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5601335" y="413702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</a:t>
            </a:r>
            <a:r>
              <a:rPr lang="en-US" altLang="zh-CN">
                <a:highlight>
                  <a:srgbClr val="FFFF00"/>
                </a:highlight>
              </a:rPr>
              <a:t>4</a:t>
            </a:r>
            <a:r>
              <a:rPr lang="en-US" altLang="zh-CN"/>
              <a:t>   ∞   ∞  ∞   ∞   ∞  ∞  </a:t>
            </a:r>
            <a:endParaRPr lang="en-US" altLang="zh-CN"/>
          </a:p>
        </p:txBody>
      </p:sp>
      <p:sp>
        <p:nvSpPr>
          <p:cNvPr id="75" name="文本框 74"/>
          <p:cNvSpPr txBox="1"/>
          <p:nvPr/>
        </p:nvSpPr>
        <p:spPr>
          <a:xfrm>
            <a:off x="5335905" y="2532380"/>
            <a:ext cx="2838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重复②③两步。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1335" y="450405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     ∞    8    </a:t>
            </a:r>
            <a:r>
              <a:rPr lang="en-US" altLang="zh-CN">
                <a:highlight>
                  <a:srgbClr val="FFFF00"/>
                </a:highlight>
              </a:rPr>
              <a:t>6</a:t>
            </a:r>
            <a:r>
              <a:rPr lang="en-US" altLang="zh-CN"/>
              <a:t>   ∞   ∞  ∞  </a:t>
            </a:r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36"/>
            </p:custDataLst>
          </p:nvPr>
        </p:nvSpPr>
        <p:spPr>
          <a:xfrm>
            <a:off x="5601335" y="48812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</a:t>
            </a:r>
            <a:r>
              <a:rPr lang="en-US" altLang="zh-CN">
                <a:highlight>
                  <a:srgbClr val="FFFF00"/>
                </a:highlight>
              </a:rPr>
              <a:t>7</a:t>
            </a:r>
            <a:r>
              <a:rPr lang="en-US" altLang="zh-CN"/>
              <a:t>          ∞    8         ∞   13  ∞ 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601335" y="52495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15    </a:t>
            </a:r>
            <a:r>
              <a:rPr lang="en-US" altLang="zh-CN">
                <a:highlight>
                  <a:srgbClr val="FFFF00"/>
                </a:highlight>
              </a:rPr>
              <a:t>8</a:t>
            </a:r>
            <a:r>
              <a:rPr lang="en-US" altLang="zh-CN"/>
              <a:t>         ∞   13  ∞ 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601335" y="561276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</a:t>
            </a:r>
            <a:r>
              <a:rPr lang="en-US" altLang="zh-CN">
                <a:highlight>
                  <a:srgbClr val="FFFF00"/>
                </a:highlight>
              </a:rPr>
              <a:t>10</a:t>
            </a:r>
            <a:r>
              <a:rPr lang="en-US" altLang="zh-CN"/>
              <a:t>               17   13  ∞  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601335" y="592899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                    15   13  ∞  </a:t>
            </a:r>
            <a:endParaRPr lang="en-US" altLang="zh-CN"/>
          </a:p>
        </p:txBody>
      </p:sp>
      <p:sp>
        <p:nvSpPr>
          <p:cNvPr id="10" name="文本框 9"/>
          <p:cNvSpPr txBox="1"/>
          <p:nvPr>
            <p:custDataLst>
              <p:tags r:id="rId37"/>
            </p:custDataLst>
          </p:nvPr>
        </p:nvSpPr>
        <p:spPr>
          <a:xfrm>
            <a:off x="5245100" y="2140585"/>
            <a:ext cx="5569585" cy="391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③更新</a:t>
            </a:r>
            <a:r>
              <a:rPr lang="en-US" altLang="zh-CN"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dist[j] = min{dist[j], dist[i]+G[i][j]}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3" grpId="0"/>
      <p:bldP spid="73" grpId="1"/>
      <p:bldP spid="75" grpId="0"/>
      <p:bldP spid="75" grpId="1"/>
      <p:bldP spid="3" grpId="0"/>
      <p:bldP spid="3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50" y="953770"/>
            <a:ext cx="4201795" cy="24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6750" y="435610"/>
            <a:ext cx="452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=&gt;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假设源点为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0" y="516890"/>
            <a:ext cx="6525260" cy="162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>
                <a:solidFill>
                  <a:srgbClr val="FF0000"/>
                </a:solidFill>
              </a:rPr>
              <a:t>邻接矩阵 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G[][]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dist[i] =&gt; </a:t>
            </a:r>
            <a:r>
              <a:rPr lang="zh-CN" altLang="en-US">
                <a:sym typeface="+mn-ea"/>
              </a:rPr>
              <a:t>当前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的最短路径长度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, visited[i] =&gt; </a:t>
            </a:r>
            <a:r>
              <a:rPr lang="zh-CN" altLang="en-US">
                <a:sym typeface="+mn-ea"/>
              </a:rPr>
              <a:t>是否已经找到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②找</a:t>
            </a:r>
            <a:r>
              <a:rPr lang="en-US" altLang="zh-CN"/>
              <a:t>dist[]</a:t>
            </a:r>
            <a:r>
              <a:rPr lang="zh-CN" altLang="en-US"/>
              <a:t>数组中最小值的数组下标</a:t>
            </a:r>
            <a:r>
              <a:rPr lang="en-US" altLang="zh-CN"/>
              <a:t>i =&gt; v</a:t>
            </a:r>
            <a:r>
              <a:rPr lang="en-US" altLang="zh-CN" baseline="-25000"/>
              <a:t>0</a:t>
            </a:r>
            <a:r>
              <a:rPr lang="en-US" altLang="zh-CN"/>
              <a:t>-v</a:t>
            </a:r>
            <a:r>
              <a:rPr lang="en-US" altLang="zh-CN" baseline="-25000"/>
              <a:t>i</a:t>
            </a:r>
            <a:r>
              <a:rPr lang="zh-CN" altLang="en-US">
                <a:sym typeface="+mn-ea"/>
              </a:rPr>
              <a:t>的最短路径长度</a:t>
            </a:r>
            <a:r>
              <a:rPr lang="en-US" altLang="zh-CN">
                <a:sym typeface="+mn-ea"/>
              </a:rPr>
              <a:t>dist[i]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40910" y="3731895"/>
            <a:ext cx="4241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40910" y="3363595"/>
            <a:ext cx="4241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</a:t>
            </a:r>
            <a:endParaRPr lang="en-US" altLang="zh-CN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5374640" y="3001645"/>
            <a:ext cx="3607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>
                <a:sym typeface="+mn-ea"/>
              </a:rPr>
              <a:t>    0    1    2    3    4    5    6    7    8    9</a:t>
            </a:r>
            <a:endParaRPr lang="en-US" altLang="zh-CN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9556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77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" name="文本框 34"/>
          <p:cNvSpPr txBox="1"/>
          <p:nvPr>
            <p:custDataLst>
              <p:tags r:id="rId6"/>
            </p:custDataLst>
          </p:nvPr>
        </p:nvSpPr>
        <p:spPr>
          <a:xfrm>
            <a:off x="15271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1774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20605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23812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26511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2917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31940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35147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sp>
        <p:nvSpPr>
          <p:cNvPr id="48" name="文本框 47"/>
          <p:cNvSpPr txBox="1"/>
          <p:nvPr>
            <p:custDataLst>
              <p:tags r:id="rId14"/>
            </p:custDataLst>
          </p:nvPr>
        </p:nvSpPr>
        <p:spPr>
          <a:xfrm>
            <a:off x="955675" y="37318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2  ∞  5  ∞  ∞  ∞  ∞  ∞  ∞  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>
            <a:off x="955675" y="40366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 5   2  ∞  ∞  ∞  ∞  ∞  ∞  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955675" y="43097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5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 4   ∞  ∞  ∞  ∞  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955675" y="46145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  2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 4    2  ∞  ∞  ∞  </a:t>
            </a:r>
            <a:endParaRPr lang="en-US" altLang="zh-CN"/>
          </a:p>
        </p:txBody>
      </p:sp>
      <p:sp>
        <p:nvSpPr>
          <p:cNvPr id="54" name="文本框 53"/>
          <p:cNvSpPr txBox="1"/>
          <p:nvPr>
            <p:custDataLst>
              <p:tags r:id="rId18"/>
            </p:custDataLst>
          </p:nvPr>
        </p:nvSpPr>
        <p:spPr>
          <a:xfrm>
            <a:off x="955675" y="48812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2   ∞   5  ∞  ∞  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9"/>
            </p:custDataLst>
          </p:nvPr>
        </p:nvSpPr>
        <p:spPr>
          <a:xfrm>
            <a:off x="955675" y="51542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4   4   2  ∞    3   9   6  ∞  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20"/>
            </p:custDataLst>
          </p:nvPr>
        </p:nvSpPr>
        <p:spPr>
          <a:xfrm>
            <a:off x="955675" y="54590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2  ∞  3   ∞   ∞  7  ∞  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1"/>
            </p:custDataLst>
          </p:nvPr>
        </p:nvSpPr>
        <p:spPr>
          <a:xfrm>
            <a:off x="955675" y="5757545"/>
            <a:ext cx="323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5  9   ∞  ∞   3   4  </a:t>
            </a:r>
            <a:endParaRPr lang="en-US" altLang="zh-CN"/>
          </a:p>
        </p:txBody>
      </p:sp>
      <p:sp>
        <p:nvSpPr>
          <p:cNvPr id="58" name="文本框 57"/>
          <p:cNvSpPr txBox="1"/>
          <p:nvPr>
            <p:custDataLst>
              <p:tags r:id="rId22"/>
            </p:custDataLst>
          </p:nvPr>
        </p:nvSpPr>
        <p:spPr>
          <a:xfrm>
            <a:off x="955675" y="60305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6  7   3   ∞   8  </a:t>
            </a:r>
            <a:endParaRPr lang="en-US" altLang="zh-CN"/>
          </a:p>
        </p:txBody>
      </p:sp>
      <p:sp>
        <p:nvSpPr>
          <p:cNvPr id="59" name="文本框 58"/>
          <p:cNvSpPr txBox="1"/>
          <p:nvPr>
            <p:custDataLst>
              <p:tags r:id="rId23"/>
            </p:custDataLst>
          </p:nvPr>
        </p:nvSpPr>
        <p:spPr>
          <a:xfrm>
            <a:off x="955675" y="63353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∞  ∞  4  8  ∞  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4"/>
            </p:custDataLst>
          </p:nvPr>
        </p:nvSpPr>
        <p:spPr>
          <a:xfrm>
            <a:off x="606425" y="37318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61" name="文本框 60"/>
          <p:cNvSpPr txBox="1"/>
          <p:nvPr>
            <p:custDataLst>
              <p:tags r:id="rId25"/>
            </p:custDataLst>
          </p:nvPr>
        </p:nvSpPr>
        <p:spPr>
          <a:xfrm>
            <a:off x="606425" y="3971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606425" y="426085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63" name="文本框 62"/>
          <p:cNvSpPr txBox="1"/>
          <p:nvPr>
            <p:custDataLst>
              <p:tags r:id="rId27"/>
            </p:custDataLst>
          </p:nvPr>
        </p:nvSpPr>
        <p:spPr>
          <a:xfrm>
            <a:off x="606425" y="45605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606425" y="4860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606425" y="514540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66" name="文本框 65"/>
          <p:cNvSpPr txBox="1"/>
          <p:nvPr>
            <p:custDataLst>
              <p:tags r:id="rId30"/>
            </p:custDataLst>
          </p:nvPr>
        </p:nvSpPr>
        <p:spPr>
          <a:xfrm>
            <a:off x="606425" y="54749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67" name="文本框 66"/>
          <p:cNvSpPr txBox="1"/>
          <p:nvPr>
            <p:custDataLst>
              <p:tags r:id="rId31"/>
            </p:custDataLst>
          </p:nvPr>
        </p:nvSpPr>
        <p:spPr>
          <a:xfrm>
            <a:off x="606425" y="57257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8" name="文本框 67"/>
          <p:cNvSpPr txBox="1"/>
          <p:nvPr>
            <p:custDataLst>
              <p:tags r:id="rId32"/>
            </p:custDataLst>
          </p:nvPr>
        </p:nvSpPr>
        <p:spPr>
          <a:xfrm>
            <a:off x="606425" y="598106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69" name="文本框 68"/>
          <p:cNvSpPr txBox="1"/>
          <p:nvPr>
            <p:custDataLst>
              <p:tags r:id="rId33"/>
            </p:custDataLst>
          </p:nvPr>
        </p:nvSpPr>
        <p:spPr>
          <a:xfrm>
            <a:off x="644525" y="62972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cxnSp>
        <p:nvCxnSpPr>
          <p:cNvPr id="70" name="直接连接符 69"/>
          <p:cNvCxnSpPr/>
          <p:nvPr>
            <p:custDataLst>
              <p:tags r:id="rId34"/>
            </p:custDataLst>
          </p:nvPr>
        </p:nvCxnSpPr>
        <p:spPr>
          <a:xfrm flipH="1" flipV="1">
            <a:off x="758825" y="3554095"/>
            <a:ext cx="3111500" cy="31750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438650" y="1187450"/>
            <a:ext cx="50800" cy="52895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>
            <p:custDataLst>
              <p:tags r:id="rId35"/>
            </p:custDataLst>
          </p:nvPr>
        </p:nvSpPr>
        <p:spPr>
          <a:xfrm>
            <a:off x="5601335" y="375983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 </a:t>
            </a:r>
            <a:r>
              <a:rPr lang="en-US" altLang="zh-CN">
                <a:highlight>
                  <a:srgbClr val="FFFF00"/>
                </a:highlight>
              </a:rPr>
              <a:t>2</a:t>
            </a:r>
            <a:r>
              <a:rPr lang="en-US" altLang="zh-CN"/>
              <a:t>   ∞    5   ∞   ∞  ∞   ∞   ∞  ∞  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5601335" y="413702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</a:t>
            </a:r>
            <a:r>
              <a:rPr lang="en-US" altLang="zh-CN">
                <a:highlight>
                  <a:srgbClr val="FFFF00"/>
                </a:highlight>
              </a:rPr>
              <a:t>4</a:t>
            </a:r>
            <a:r>
              <a:rPr lang="en-US" altLang="zh-CN"/>
              <a:t>   ∞   ∞  ∞   ∞   ∞  ∞  </a:t>
            </a:r>
            <a:endParaRPr lang="en-US" altLang="zh-CN"/>
          </a:p>
        </p:txBody>
      </p:sp>
      <p:sp>
        <p:nvSpPr>
          <p:cNvPr id="75" name="文本框 74"/>
          <p:cNvSpPr txBox="1"/>
          <p:nvPr/>
        </p:nvSpPr>
        <p:spPr>
          <a:xfrm>
            <a:off x="5335905" y="2532380"/>
            <a:ext cx="2838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重复②③两步。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1335" y="450405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     ∞    8    </a:t>
            </a:r>
            <a:r>
              <a:rPr lang="en-US" altLang="zh-CN">
                <a:highlight>
                  <a:srgbClr val="FFFF00"/>
                </a:highlight>
              </a:rPr>
              <a:t>6</a:t>
            </a:r>
            <a:r>
              <a:rPr lang="en-US" altLang="zh-CN"/>
              <a:t>   ∞   ∞  ∞  </a:t>
            </a:r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36"/>
            </p:custDataLst>
          </p:nvPr>
        </p:nvSpPr>
        <p:spPr>
          <a:xfrm>
            <a:off x="5601335" y="48812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</a:t>
            </a:r>
            <a:r>
              <a:rPr lang="en-US" altLang="zh-CN">
                <a:highlight>
                  <a:srgbClr val="FFFF00"/>
                </a:highlight>
              </a:rPr>
              <a:t>7</a:t>
            </a:r>
            <a:r>
              <a:rPr lang="en-US" altLang="zh-CN"/>
              <a:t>          ∞    8         ∞   13  ∞ 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601335" y="52495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15    </a:t>
            </a:r>
            <a:r>
              <a:rPr lang="en-US" altLang="zh-CN">
                <a:highlight>
                  <a:srgbClr val="FFFF00"/>
                </a:highlight>
              </a:rPr>
              <a:t>8</a:t>
            </a:r>
            <a:r>
              <a:rPr lang="en-US" altLang="zh-CN"/>
              <a:t>         ∞   13  ∞ 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601335" y="561276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</a:t>
            </a:r>
            <a:r>
              <a:rPr lang="en-US" altLang="zh-CN">
                <a:highlight>
                  <a:srgbClr val="FFFF00"/>
                </a:highlight>
              </a:rPr>
              <a:t>10</a:t>
            </a:r>
            <a:r>
              <a:rPr lang="en-US" altLang="zh-CN"/>
              <a:t>               17   13  ∞  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601335" y="592899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                    15   </a:t>
            </a:r>
            <a:r>
              <a:rPr lang="en-US" altLang="zh-CN">
                <a:highlight>
                  <a:srgbClr val="FFFF00"/>
                </a:highlight>
              </a:rPr>
              <a:t>13</a:t>
            </a:r>
            <a:r>
              <a:rPr lang="en-US" altLang="zh-CN"/>
              <a:t>  ∞  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601335" y="62147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                    15         21  </a:t>
            </a:r>
            <a:endParaRPr lang="en-US" altLang="zh-CN"/>
          </a:p>
        </p:txBody>
      </p:sp>
      <p:sp>
        <p:nvSpPr>
          <p:cNvPr id="11" name="文本框 10"/>
          <p:cNvSpPr txBox="1"/>
          <p:nvPr>
            <p:custDataLst>
              <p:tags r:id="rId37"/>
            </p:custDataLst>
          </p:nvPr>
        </p:nvSpPr>
        <p:spPr>
          <a:xfrm>
            <a:off x="5245100" y="2140585"/>
            <a:ext cx="5569585" cy="391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③更新</a:t>
            </a:r>
            <a:r>
              <a:rPr lang="en-US" altLang="zh-CN"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dist[j] = min{dist[j], dist[i]+G[i][j]}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3" grpId="0"/>
      <p:bldP spid="73" grpId="1"/>
      <p:bldP spid="75" grpId="0"/>
      <p:bldP spid="75" grpId="1"/>
      <p:bldP spid="3" grpId="0"/>
      <p:bldP spid="3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50" y="953770"/>
            <a:ext cx="4201795" cy="24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6750" y="435610"/>
            <a:ext cx="452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=&gt;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假设源点为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0" y="516890"/>
            <a:ext cx="6557645" cy="162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>
                <a:solidFill>
                  <a:srgbClr val="FF0000"/>
                </a:solidFill>
              </a:rPr>
              <a:t>邻接矩阵 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G[][]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dist[i] =&gt; </a:t>
            </a:r>
            <a:r>
              <a:rPr lang="zh-CN" altLang="en-US">
                <a:sym typeface="+mn-ea"/>
              </a:rPr>
              <a:t>当前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的最短路径长度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, visited[i] =&gt; </a:t>
            </a:r>
            <a:r>
              <a:rPr lang="zh-CN" altLang="en-US">
                <a:sym typeface="+mn-ea"/>
              </a:rPr>
              <a:t>是否已经找到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②找</a:t>
            </a:r>
            <a:r>
              <a:rPr lang="en-US" altLang="zh-CN"/>
              <a:t>dist[]</a:t>
            </a:r>
            <a:r>
              <a:rPr lang="zh-CN" altLang="en-US"/>
              <a:t>数组中最小值的数组下标</a:t>
            </a:r>
            <a:r>
              <a:rPr lang="en-US" altLang="zh-CN"/>
              <a:t>i =&gt; v</a:t>
            </a:r>
            <a:r>
              <a:rPr lang="en-US" altLang="zh-CN" baseline="-25000"/>
              <a:t>0</a:t>
            </a:r>
            <a:r>
              <a:rPr lang="en-US" altLang="zh-CN"/>
              <a:t>-v</a:t>
            </a:r>
            <a:r>
              <a:rPr lang="en-US" altLang="zh-CN" baseline="-25000"/>
              <a:t>i</a:t>
            </a:r>
            <a:r>
              <a:rPr lang="zh-CN" altLang="en-US">
                <a:sym typeface="+mn-ea"/>
              </a:rPr>
              <a:t>的最短路径长度</a:t>
            </a:r>
            <a:r>
              <a:rPr lang="en-US" altLang="zh-CN">
                <a:sym typeface="+mn-ea"/>
              </a:rPr>
              <a:t>dist[i]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40910" y="3731895"/>
            <a:ext cx="4241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40910" y="3363595"/>
            <a:ext cx="4241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0</a:t>
            </a:r>
            <a:endParaRPr lang="en-US" altLang="zh-CN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5374640" y="3001645"/>
            <a:ext cx="3607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>
                <a:sym typeface="+mn-ea"/>
              </a:rPr>
              <a:t>    0    1    2    3    4    5    6    7    8    9</a:t>
            </a:r>
            <a:endParaRPr lang="en-US" altLang="zh-CN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9556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77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" name="文本框 34"/>
          <p:cNvSpPr txBox="1"/>
          <p:nvPr>
            <p:custDataLst>
              <p:tags r:id="rId6"/>
            </p:custDataLst>
          </p:nvPr>
        </p:nvSpPr>
        <p:spPr>
          <a:xfrm>
            <a:off x="15271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1774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20605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23812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26511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2917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31940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35147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sp>
        <p:nvSpPr>
          <p:cNvPr id="48" name="文本框 47"/>
          <p:cNvSpPr txBox="1"/>
          <p:nvPr>
            <p:custDataLst>
              <p:tags r:id="rId14"/>
            </p:custDataLst>
          </p:nvPr>
        </p:nvSpPr>
        <p:spPr>
          <a:xfrm>
            <a:off x="955675" y="37318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2  ∞  5  ∞  ∞  ∞  ∞  ∞  ∞  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>
            <a:off x="955675" y="40366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 5   2  ∞  ∞  ∞  ∞  ∞  ∞  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955675" y="43097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5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 4   ∞  ∞  ∞  ∞  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955675" y="46145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  2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 4    2  ∞  ∞  ∞  </a:t>
            </a:r>
            <a:endParaRPr lang="en-US" altLang="zh-CN"/>
          </a:p>
        </p:txBody>
      </p:sp>
      <p:sp>
        <p:nvSpPr>
          <p:cNvPr id="54" name="文本框 53"/>
          <p:cNvSpPr txBox="1"/>
          <p:nvPr>
            <p:custDataLst>
              <p:tags r:id="rId18"/>
            </p:custDataLst>
          </p:nvPr>
        </p:nvSpPr>
        <p:spPr>
          <a:xfrm>
            <a:off x="955675" y="48812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2   ∞   5  ∞  ∞  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9"/>
            </p:custDataLst>
          </p:nvPr>
        </p:nvSpPr>
        <p:spPr>
          <a:xfrm>
            <a:off x="955675" y="51542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4   4   2  ∞    3   9   6  ∞  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20"/>
            </p:custDataLst>
          </p:nvPr>
        </p:nvSpPr>
        <p:spPr>
          <a:xfrm>
            <a:off x="955675" y="54590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2  ∞  3   ∞   ∞  7  ∞  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1"/>
            </p:custDataLst>
          </p:nvPr>
        </p:nvSpPr>
        <p:spPr>
          <a:xfrm>
            <a:off x="955675" y="5757545"/>
            <a:ext cx="323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5  9   ∞  ∞   3   4  </a:t>
            </a:r>
            <a:endParaRPr lang="en-US" altLang="zh-CN"/>
          </a:p>
        </p:txBody>
      </p:sp>
      <p:sp>
        <p:nvSpPr>
          <p:cNvPr id="58" name="文本框 57"/>
          <p:cNvSpPr txBox="1"/>
          <p:nvPr>
            <p:custDataLst>
              <p:tags r:id="rId22"/>
            </p:custDataLst>
          </p:nvPr>
        </p:nvSpPr>
        <p:spPr>
          <a:xfrm>
            <a:off x="955675" y="60305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6  7   3   ∞   8  </a:t>
            </a:r>
            <a:endParaRPr lang="en-US" altLang="zh-CN"/>
          </a:p>
        </p:txBody>
      </p:sp>
      <p:sp>
        <p:nvSpPr>
          <p:cNvPr id="59" name="文本框 58"/>
          <p:cNvSpPr txBox="1"/>
          <p:nvPr>
            <p:custDataLst>
              <p:tags r:id="rId23"/>
            </p:custDataLst>
          </p:nvPr>
        </p:nvSpPr>
        <p:spPr>
          <a:xfrm>
            <a:off x="955675" y="63353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∞  ∞  4  8  ∞  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4"/>
            </p:custDataLst>
          </p:nvPr>
        </p:nvSpPr>
        <p:spPr>
          <a:xfrm>
            <a:off x="606425" y="37318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61" name="文本框 60"/>
          <p:cNvSpPr txBox="1"/>
          <p:nvPr>
            <p:custDataLst>
              <p:tags r:id="rId25"/>
            </p:custDataLst>
          </p:nvPr>
        </p:nvSpPr>
        <p:spPr>
          <a:xfrm>
            <a:off x="606425" y="3971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606425" y="426085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63" name="文本框 62"/>
          <p:cNvSpPr txBox="1"/>
          <p:nvPr>
            <p:custDataLst>
              <p:tags r:id="rId27"/>
            </p:custDataLst>
          </p:nvPr>
        </p:nvSpPr>
        <p:spPr>
          <a:xfrm>
            <a:off x="606425" y="45605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606425" y="4860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606425" y="514540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66" name="文本框 65"/>
          <p:cNvSpPr txBox="1"/>
          <p:nvPr>
            <p:custDataLst>
              <p:tags r:id="rId30"/>
            </p:custDataLst>
          </p:nvPr>
        </p:nvSpPr>
        <p:spPr>
          <a:xfrm>
            <a:off x="606425" y="54749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67" name="文本框 66"/>
          <p:cNvSpPr txBox="1"/>
          <p:nvPr>
            <p:custDataLst>
              <p:tags r:id="rId31"/>
            </p:custDataLst>
          </p:nvPr>
        </p:nvSpPr>
        <p:spPr>
          <a:xfrm>
            <a:off x="606425" y="57257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8" name="文本框 67"/>
          <p:cNvSpPr txBox="1"/>
          <p:nvPr>
            <p:custDataLst>
              <p:tags r:id="rId32"/>
            </p:custDataLst>
          </p:nvPr>
        </p:nvSpPr>
        <p:spPr>
          <a:xfrm>
            <a:off x="606425" y="598106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69" name="文本框 68"/>
          <p:cNvSpPr txBox="1"/>
          <p:nvPr>
            <p:custDataLst>
              <p:tags r:id="rId33"/>
            </p:custDataLst>
          </p:nvPr>
        </p:nvSpPr>
        <p:spPr>
          <a:xfrm>
            <a:off x="644525" y="62972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cxnSp>
        <p:nvCxnSpPr>
          <p:cNvPr id="70" name="直接连接符 69"/>
          <p:cNvCxnSpPr/>
          <p:nvPr>
            <p:custDataLst>
              <p:tags r:id="rId34"/>
            </p:custDataLst>
          </p:nvPr>
        </p:nvCxnSpPr>
        <p:spPr>
          <a:xfrm flipH="1" flipV="1">
            <a:off x="758825" y="3554095"/>
            <a:ext cx="3111500" cy="31750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438650" y="1187450"/>
            <a:ext cx="50800" cy="52895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>
            <p:custDataLst>
              <p:tags r:id="rId35"/>
            </p:custDataLst>
          </p:nvPr>
        </p:nvSpPr>
        <p:spPr>
          <a:xfrm>
            <a:off x="5601335" y="375983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 </a:t>
            </a:r>
            <a:r>
              <a:rPr lang="en-US" altLang="zh-CN">
                <a:highlight>
                  <a:srgbClr val="FFFF00"/>
                </a:highlight>
              </a:rPr>
              <a:t>2</a:t>
            </a:r>
            <a:r>
              <a:rPr lang="en-US" altLang="zh-CN"/>
              <a:t>   ∞    5   ∞   ∞  ∞   ∞   ∞  ∞  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5601335" y="413702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</a:t>
            </a:r>
            <a:r>
              <a:rPr lang="en-US" altLang="zh-CN">
                <a:highlight>
                  <a:srgbClr val="FFFF00"/>
                </a:highlight>
              </a:rPr>
              <a:t>4</a:t>
            </a:r>
            <a:r>
              <a:rPr lang="en-US" altLang="zh-CN"/>
              <a:t>   ∞   ∞  ∞   ∞   ∞  ∞  </a:t>
            </a:r>
            <a:endParaRPr lang="en-US" altLang="zh-CN"/>
          </a:p>
        </p:txBody>
      </p:sp>
      <p:sp>
        <p:nvSpPr>
          <p:cNvPr id="75" name="文本框 74"/>
          <p:cNvSpPr txBox="1"/>
          <p:nvPr/>
        </p:nvSpPr>
        <p:spPr>
          <a:xfrm>
            <a:off x="5335905" y="2532380"/>
            <a:ext cx="2838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重复②③两步。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1335" y="450405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     ∞    8    </a:t>
            </a:r>
            <a:r>
              <a:rPr lang="en-US" altLang="zh-CN">
                <a:highlight>
                  <a:srgbClr val="FFFF00"/>
                </a:highlight>
              </a:rPr>
              <a:t>6</a:t>
            </a:r>
            <a:r>
              <a:rPr lang="en-US" altLang="zh-CN"/>
              <a:t>   ∞   ∞  ∞  </a:t>
            </a:r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36"/>
            </p:custDataLst>
          </p:nvPr>
        </p:nvSpPr>
        <p:spPr>
          <a:xfrm>
            <a:off x="5601335" y="48812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</a:t>
            </a:r>
            <a:r>
              <a:rPr lang="en-US" altLang="zh-CN">
                <a:highlight>
                  <a:srgbClr val="FFFF00"/>
                </a:highlight>
              </a:rPr>
              <a:t>7</a:t>
            </a:r>
            <a:r>
              <a:rPr lang="en-US" altLang="zh-CN"/>
              <a:t>          ∞    8         ∞   13  ∞ 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601335" y="52495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15    </a:t>
            </a:r>
            <a:r>
              <a:rPr lang="en-US" altLang="zh-CN">
                <a:highlight>
                  <a:srgbClr val="FFFF00"/>
                </a:highlight>
              </a:rPr>
              <a:t>8</a:t>
            </a:r>
            <a:r>
              <a:rPr lang="en-US" altLang="zh-CN"/>
              <a:t>         ∞   13  ∞ 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601335" y="561276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</a:t>
            </a:r>
            <a:r>
              <a:rPr lang="en-US" altLang="zh-CN">
                <a:highlight>
                  <a:srgbClr val="FFFF00"/>
                </a:highlight>
              </a:rPr>
              <a:t>10</a:t>
            </a:r>
            <a:r>
              <a:rPr lang="en-US" altLang="zh-CN"/>
              <a:t>               17   13  ∞  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601335" y="592899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                    15   </a:t>
            </a:r>
            <a:r>
              <a:rPr lang="en-US" altLang="zh-CN">
                <a:highlight>
                  <a:srgbClr val="FFFF00"/>
                </a:highlight>
              </a:rPr>
              <a:t>13</a:t>
            </a:r>
            <a:r>
              <a:rPr lang="en-US" altLang="zh-CN"/>
              <a:t>  ∞  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601335" y="62147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                    </a:t>
            </a:r>
            <a:r>
              <a:rPr lang="en-US" altLang="zh-CN">
                <a:highlight>
                  <a:srgbClr val="FFFF00"/>
                </a:highlight>
              </a:rPr>
              <a:t>15</a:t>
            </a:r>
            <a:r>
              <a:rPr lang="en-US" altLang="zh-CN"/>
              <a:t>         21  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601335" y="6477000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                                 19  </a:t>
            </a:r>
            <a:endParaRPr lang="en-US" altLang="zh-CN"/>
          </a:p>
        </p:txBody>
      </p:sp>
      <p:sp>
        <p:nvSpPr>
          <p:cNvPr id="12" name="文本框 11"/>
          <p:cNvSpPr txBox="1"/>
          <p:nvPr>
            <p:custDataLst>
              <p:tags r:id="rId37"/>
            </p:custDataLst>
          </p:nvPr>
        </p:nvSpPr>
        <p:spPr>
          <a:xfrm>
            <a:off x="5245100" y="2140585"/>
            <a:ext cx="5569585" cy="391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③更新</a:t>
            </a:r>
            <a:r>
              <a:rPr lang="en-US" altLang="zh-CN"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dist[j] = min{dist[j], dist[i]+G[i][j]}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3" grpId="0"/>
      <p:bldP spid="73" grpId="1"/>
      <p:bldP spid="75" grpId="0"/>
      <p:bldP spid="75" grpId="1"/>
      <p:bldP spid="3" grpId="0"/>
      <p:bldP spid="3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10" grpId="0"/>
      <p:bldP spid="1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50" y="953770"/>
            <a:ext cx="4201795" cy="24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6750" y="435610"/>
            <a:ext cx="452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=&gt;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假设源点为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0" y="516890"/>
            <a:ext cx="6487795" cy="162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>
                <a:solidFill>
                  <a:srgbClr val="FF0000"/>
                </a:solidFill>
              </a:rPr>
              <a:t>邻接矩阵 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G[][]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dist[i] =&gt; </a:t>
            </a:r>
            <a:r>
              <a:rPr lang="zh-CN" altLang="en-US">
                <a:sym typeface="+mn-ea"/>
              </a:rPr>
              <a:t>当前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的最短路径长度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, visited[i] =&gt; </a:t>
            </a:r>
            <a:r>
              <a:rPr lang="zh-CN" altLang="en-US">
                <a:sym typeface="+mn-ea"/>
              </a:rPr>
              <a:t>是否已经找到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②找</a:t>
            </a:r>
            <a:r>
              <a:rPr lang="en-US" altLang="zh-CN"/>
              <a:t>dist[]</a:t>
            </a:r>
            <a:r>
              <a:rPr lang="zh-CN" altLang="en-US"/>
              <a:t>数组中最小值的数组下标</a:t>
            </a:r>
            <a:r>
              <a:rPr lang="en-US" altLang="zh-CN"/>
              <a:t>i =&gt; v</a:t>
            </a:r>
            <a:r>
              <a:rPr lang="en-US" altLang="zh-CN" baseline="-25000"/>
              <a:t>0</a:t>
            </a:r>
            <a:r>
              <a:rPr lang="en-US" altLang="zh-CN"/>
              <a:t>-v</a:t>
            </a:r>
            <a:r>
              <a:rPr lang="en-US" altLang="zh-CN" baseline="-25000"/>
              <a:t>i</a:t>
            </a:r>
            <a:r>
              <a:rPr lang="zh-CN" altLang="en-US">
                <a:sym typeface="+mn-ea"/>
              </a:rPr>
              <a:t>的最短路径长度</a:t>
            </a:r>
            <a:r>
              <a:rPr lang="en-US" altLang="zh-CN">
                <a:sym typeface="+mn-ea"/>
              </a:rPr>
              <a:t>dist[i]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40910" y="3731895"/>
            <a:ext cx="42411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40910" y="3363595"/>
            <a:ext cx="4241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5374640" y="3001645"/>
            <a:ext cx="3607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>
                <a:sym typeface="+mn-ea"/>
              </a:rPr>
              <a:t>    0    1    2    3    4    5    6    7    8    9</a:t>
            </a:r>
            <a:endParaRPr lang="en-US" altLang="zh-CN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9556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77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" name="文本框 34"/>
          <p:cNvSpPr txBox="1"/>
          <p:nvPr>
            <p:custDataLst>
              <p:tags r:id="rId6"/>
            </p:custDataLst>
          </p:nvPr>
        </p:nvSpPr>
        <p:spPr>
          <a:xfrm>
            <a:off x="15271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1774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20605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23812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26511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2917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>
            <a:off x="31940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44" name="文本框 43"/>
          <p:cNvSpPr txBox="1"/>
          <p:nvPr>
            <p:custDataLst>
              <p:tags r:id="rId13"/>
            </p:custDataLst>
          </p:nvPr>
        </p:nvSpPr>
        <p:spPr>
          <a:xfrm>
            <a:off x="35147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sp>
        <p:nvSpPr>
          <p:cNvPr id="48" name="文本框 47"/>
          <p:cNvSpPr txBox="1"/>
          <p:nvPr>
            <p:custDataLst>
              <p:tags r:id="rId14"/>
            </p:custDataLst>
          </p:nvPr>
        </p:nvSpPr>
        <p:spPr>
          <a:xfrm>
            <a:off x="955675" y="37318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2  ∞  5  ∞  ∞  ∞  ∞  ∞  ∞  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>
            <a:off x="955675" y="40366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 5   2  ∞  ∞  ∞  ∞  ∞  ∞  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955675" y="43097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5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 4   ∞  ∞  ∞  ∞  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955675" y="46145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  2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 4    2  ∞  ∞  ∞  </a:t>
            </a:r>
            <a:endParaRPr lang="en-US" altLang="zh-CN"/>
          </a:p>
        </p:txBody>
      </p:sp>
      <p:sp>
        <p:nvSpPr>
          <p:cNvPr id="54" name="文本框 53"/>
          <p:cNvSpPr txBox="1"/>
          <p:nvPr>
            <p:custDataLst>
              <p:tags r:id="rId18"/>
            </p:custDataLst>
          </p:nvPr>
        </p:nvSpPr>
        <p:spPr>
          <a:xfrm>
            <a:off x="955675" y="48812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2   ∞   5  ∞  ∞  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9"/>
            </p:custDataLst>
          </p:nvPr>
        </p:nvSpPr>
        <p:spPr>
          <a:xfrm>
            <a:off x="955675" y="51542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4   4   2  ∞    3   9   6  ∞  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20"/>
            </p:custDataLst>
          </p:nvPr>
        </p:nvSpPr>
        <p:spPr>
          <a:xfrm>
            <a:off x="955675" y="54590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2  ∞  3   ∞   ∞  7  ∞  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1"/>
            </p:custDataLst>
          </p:nvPr>
        </p:nvSpPr>
        <p:spPr>
          <a:xfrm>
            <a:off x="955675" y="5757545"/>
            <a:ext cx="323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5  9   ∞  ∞   3   4  </a:t>
            </a:r>
            <a:endParaRPr lang="en-US" altLang="zh-CN"/>
          </a:p>
        </p:txBody>
      </p:sp>
      <p:sp>
        <p:nvSpPr>
          <p:cNvPr id="58" name="文本框 57"/>
          <p:cNvSpPr txBox="1"/>
          <p:nvPr>
            <p:custDataLst>
              <p:tags r:id="rId22"/>
            </p:custDataLst>
          </p:nvPr>
        </p:nvSpPr>
        <p:spPr>
          <a:xfrm>
            <a:off x="955675" y="60305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6  7   3   ∞   8  </a:t>
            </a:r>
            <a:endParaRPr lang="en-US" altLang="zh-CN"/>
          </a:p>
        </p:txBody>
      </p:sp>
      <p:sp>
        <p:nvSpPr>
          <p:cNvPr id="59" name="文本框 58"/>
          <p:cNvSpPr txBox="1"/>
          <p:nvPr>
            <p:custDataLst>
              <p:tags r:id="rId23"/>
            </p:custDataLst>
          </p:nvPr>
        </p:nvSpPr>
        <p:spPr>
          <a:xfrm>
            <a:off x="955675" y="63353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∞  ∞  4  8  ∞  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4"/>
            </p:custDataLst>
          </p:nvPr>
        </p:nvSpPr>
        <p:spPr>
          <a:xfrm>
            <a:off x="606425" y="37318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61" name="文本框 60"/>
          <p:cNvSpPr txBox="1"/>
          <p:nvPr>
            <p:custDataLst>
              <p:tags r:id="rId25"/>
            </p:custDataLst>
          </p:nvPr>
        </p:nvSpPr>
        <p:spPr>
          <a:xfrm>
            <a:off x="606425" y="3971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606425" y="426085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63" name="文本框 62"/>
          <p:cNvSpPr txBox="1"/>
          <p:nvPr>
            <p:custDataLst>
              <p:tags r:id="rId27"/>
            </p:custDataLst>
          </p:nvPr>
        </p:nvSpPr>
        <p:spPr>
          <a:xfrm>
            <a:off x="606425" y="45605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606425" y="4860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606425" y="514540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66" name="文本框 65"/>
          <p:cNvSpPr txBox="1"/>
          <p:nvPr>
            <p:custDataLst>
              <p:tags r:id="rId30"/>
            </p:custDataLst>
          </p:nvPr>
        </p:nvSpPr>
        <p:spPr>
          <a:xfrm>
            <a:off x="606425" y="54749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67" name="文本框 66"/>
          <p:cNvSpPr txBox="1"/>
          <p:nvPr>
            <p:custDataLst>
              <p:tags r:id="rId31"/>
            </p:custDataLst>
          </p:nvPr>
        </p:nvSpPr>
        <p:spPr>
          <a:xfrm>
            <a:off x="606425" y="57257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8" name="文本框 67"/>
          <p:cNvSpPr txBox="1"/>
          <p:nvPr>
            <p:custDataLst>
              <p:tags r:id="rId32"/>
            </p:custDataLst>
          </p:nvPr>
        </p:nvSpPr>
        <p:spPr>
          <a:xfrm>
            <a:off x="606425" y="598106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69" name="文本框 68"/>
          <p:cNvSpPr txBox="1"/>
          <p:nvPr>
            <p:custDataLst>
              <p:tags r:id="rId33"/>
            </p:custDataLst>
          </p:nvPr>
        </p:nvSpPr>
        <p:spPr>
          <a:xfrm>
            <a:off x="644525" y="62972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cxnSp>
        <p:nvCxnSpPr>
          <p:cNvPr id="70" name="直接连接符 69"/>
          <p:cNvCxnSpPr/>
          <p:nvPr>
            <p:custDataLst>
              <p:tags r:id="rId34"/>
            </p:custDataLst>
          </p:nvPr>
        </p:nvCxnSpPr>
        <p:spPr>
          <a:xfrm flipH="1" flipV="1">
            <a:off x="758825" y="3554095"/>
            <a:ext cx="3111500" cy="31750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438650" y="1187450"/>
            <a:ext cx="50800" cy="52895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>
            <p:custDataLst>
              <p:tags r:id="rId35"/>
            </p:custDataLst>
          </p:nvPr>
        </p:nvSpPr>
        <p:spPr>
          <a:xfrm>
            <a:off x="5601335" y="375983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 </a:t>
            </a:r>
            <a:r>
              <a:rPr lang="en-US" altLang="zh-CN">
                <a:highlight>
                  <a:srgbClr val="FFFF00"/>
                </a:highlight>
              </a:rPr>
              <a:t>2</a:t>
            </a:r>
            <a:r>
              <a:rPr lang="en-US" altLang="zh-CN"/>
              <a:t>   ∞    5   ∞   ∞  ∞   ∞   ∞  ∞  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5601335" y="413702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</a:t>
            </a:r>
            <a:r>
              <a:rPr lang="en-US" altLang="zh-CN">
                <a:highlight>
                  <a:srgbClr val="FFFF00"/>
                </a:highlight>
              </a:rPr>
              <a:t>4</a:t>
            </a:r>
            <a:r>
              <a:rPr lang="en-US" altLang="zh-CN"/>
              <a:t>   ∞   ∞  ∞   ∞   ∞  ∞  </a:t>
            </a:r>
            <a:endParaRPr lang="en-US" altLang="zh-CN"/>
          </a:p>
        </p:txBody>
      </p:sp>
      <p:sp>
        <p:nvSpPr>
          <p:cNvPr id="75" name="文本框 74"/>
          <p:cNvSpPr txBox="1"/>
          <p:nvPr/>
        </p:nvSpPr>
        <p:spPr>
          <a:xfrm>
            <a:off x="5335905" y="2532380"/>
            <a:ext cx="2838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重复②③两步。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1335" y="450405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7          ∞    8    </a:t>
            </a:r>
            <a:r>
              <a:rPr lang="en-US" altLang="zh-CN">
                <a:highlight>
                  <a:srgbClr val="FFFF00"/>
                </a:highlight>
              </a:rPr>
              <a:t>6</a:t>
            </a:r>
            <a:r>
              <a:rPr lang="en-US" altLang="zh-CN"/>
              <a:t>   ∞   ∞  ∞  </a:t>
            </a:r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36"/>
            </p:custDataLst>
          </p:nvPr>
        </p:nvSpPr>
        <p:spPr>
          <a:xfrm>
            <a:off x="5601335" y="48812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</a:t>
            </a:r>
            <a:r>
              <a:rPr lang="en-US" altLang="zh-CN">
                <a:highlight>
                  <a:srgbClr val="FFFF00"/>
                </a:highlight>
              </a:rPr>
              <a:t>7</a:t>
            </a:r>
            <a:r>
              <a:rPr lang="en-US" altLang="zh-CN"/>
              <a:t>          ∞    8         ∞   13  ∞ 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601335" y="52495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15    </a:t>
            </a:r>
            <a:r>
              <a:rPr lang="en-US" altLang="zh-CN">
                <a:highlight>
                  <a:srgbClr val="FFFF00"/>
                </a:highlight>
              </a:rPr>
              <a:t>8</a:t>
            </a:r>
            <a:r>
              <a:rPr lang="en-US" altLang="zh-CN"/>
              <a:t>         ∞   13  ∞  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601335" y="561276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</a:t>
            </a:r>
            <a:r>
              <a:rPr lang="en-US" altLang="zh-CN">
                <a:highlight>
                  <a:srgbClr val="FFFF00"/>
                </a:highlight>
              </a:rPr>
              <a:t>10</a:t>
            </a:r>
            <a:r>
              <a:rPr lang="en-US" altLang="zh-CN"/>
              <a:t>               17   13  ∞  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601335" y="592899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                    15   </a:t>
            </a:r>
            <a:r>
              <a:rPr lang="en-US" altLang="zh-CN">
                <a:highlight>
                  <a:srgbClr val="FFFF00"/>
                </a:highlight>
              </a:rPr>
              <a:t>13</a:t>
            </a:r>
            <a:r>
              <a:rPr lang="en-US" altLang="zh-CN"/>
              <a:t>  ∞  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601335" y="6214745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                    </a:t>
            </a:r>
            <a:r>
              <a:rPr lang="en-US" altLang="zh-CN">
                <a:highlight>
                  <a:srgbClr val="FFFF00"/>
                </a:highlight>
              </a:rPr>
              <a:t>15</a:t>
            </a:r>
            <a:r>
              <a:rPr lang="en-US" altLang="zh-CN"/>
              <a:t>         21  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601335" y="6477000"/>
            <a:ext cx="3606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                                 </a:t>
            </a:r>
            <a:r>
              <a:rPr lang="en-US" altLang="zh-CN">
                <a:highlight>
                  <a:srgbClr val="FFFF00"/>
                </a:highlight>
              </a:rPr>
              <a:t>19</a:t>
            </a:r>
            <a:r>
              <a:rPr lang="en-US" altLang="zh-CN"/>
              <a:t>  </a:t>
            </a:r>
            <a:endParaRPr lang="en-US" altLang="zh-CN"/>
          </a:p>
        </p:txBody>
      </p:sp>
      <p:sp>
        <p:nvSpPr>
          <p:cNvPr id="12" name="文本框 11"/>
          <p:cNvSpPr txBox="1"/>
          <p:nvPr>
            <p:custDataLst>
              <p:tags r:id="rId37"/>
            </p:custDataLst>
          </p:nvPr>
        </p:nvSpPr>
        <p:spPr>
          <a:xfrm>
            <a:off x="5245100" y="2140585"/>
            <a:ext cx="5569585" cy="391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③更新</a:t>
            </a:r>
            <a:r>
              <a:rPr lang="en-US" altLang="zh-CN"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dist[j] = min{dist[j], dist[i]+G[i][j]}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3" grpId="0"/>
      <p:bldP spid="73" grpId="1"/>
      <p:bldP spid="75" grpId="0"/>
      <p:bldP spid="75" grpId="1"/>
      <p:bldP spid="3" grpId="0"/>
      <p:bldP spid="3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10" grpId="0"/>
      <p:bldP spid="1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50" y="953770"/>
            <a:ext cx="4201795" cy="24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6750" y="435610"/>
            <a:ext cx="452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=&gt;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假设源点为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0" y="516890"/>
            <a:ext cx="6697345" cy="162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>
                <a:solidFill>
                  <a:srgbClr val="FF0000"/>
                </a:solidFill>
              </a:rPr>
              <a:t>邻接矩阵 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G[][]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dist[i] =&gt; </a:t>
            </a:r>
            <a:r>
              <a:rPr lang="zh-CN" altLang="en-US">
                <a:sym typeface="+mn-ea"/>
              </a:rPr>
              <a:t>当前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的最短路径长度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, visited[i] =&gt; </a:t>
            </a:r>
            <a:r>
              <a:rPr lang="zh-CN" altLang="en-US">
                <a:sym typeface="+mn-ea"/>
              </a:rPr>
              <a:t>是否已经找到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②找</a:t>
            </a:r>
            <a:r>
              <a:rPr lang="en-US" altLang="zh-CN"/>
              <a:t>dist[]</a:t>
            </a:r>
            <a:r>
              <a:rPr lang="zh-CN" altLang="en-US"/>
              <a:t>数组中最小值的数组下标</a:t>
            </a:r>
            <a:r>
              <a:rPr lang="en-US" altLang="zh-CN"/>
              <a:t>i =&gt; v</a:t>
            </a:r>
            <a:r>
              <a:rPr lang="en-US" altLang="zh-CN" baseline="-25000"/>
              <a:t>0</a:t>
            </a:r>
            <a:r>
              <a:rPr lang="en-US" altLang="zh-CN"/>
              <a:t>-v</a:t>
            </a:r>
            <a:r>
              <a:rPr lang="en-US" altLang="zh-CN" baseline="-25000"/>
              <a:t>i</a:t>
            </a:r>
            <a:r>
              <a:rPr lang="zh-CN" altLang="en-US">
                <a:sym typeface="+mn-ea"/>
              </a:rPr>
              <a:t>的最短路径长度</a:t>
            </a:r>
            <a:r>
              <a:rPr lang="en-US" altLang="zh-CN">
                <a:sym typeface="+mn-ea"/>
              </a:rPr>
              <a:t>dist[i]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3"/>
            </p:custDataLst>
          </p:nvPr>
        </p:nvSpPr>
        <p:spPr>
          <a:xfrm>
            <a:off x="9556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34" name="文本框 33"/>
          <p:cNvSpPr txBox="1"/>
          <p:nvPr>
            <p:custDataLst>
              <p:tags r:id="rId4"/>
            </p:custDataLst>
          </p:nvPr>
        </p:nvSpPr>
        <p:spPr>
          <a:xfrm>
            <a:off x="12477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" name="文本框 34"/>
          <p:cNvSpPr txBox="1"/>
          <p:nvPr>
            <p:custDataLst>
              <p:tags r:id="rId5"/>
            </p:custDataLst>
          </p:nvPr>
        </p:nvSpPr>
        <p:spPr>
          <a:xfrm>
            <a:off x="15271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6" name="文本框 35"/>
          <p:cNvSpPr txBox="1"/>
          <p:nvPr>
            <p:custDataLst>
              <p:tags r:id="rId6"/>
            </p:custDataLst>
          </p:nvPr>
        </p:nvSpPr>
        <p:spPr>
          <a:xfrm>
            <a:off x="1774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7" name="文本框 36"/>
          <p:cNvSpPr txBox="1"/>
          <p:nvPr>
            <p:custDataLst>
              <p:tags r:id="rId7"/>
            </p:custDataLst>
          </p:nvPr>
        </p:nvSpPr>
        <p:spPr>
          <a:xfrm>
            <a:off x="20605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>
            <p:custDataLst>
              <p:tags r:id="rId8"/>
            </p:custDataLst>
          </p:nvPr>
        </p:nvSpPr>
        <p:spPr>
          <a:xfrm>
            <a:off x="23812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40" name="文本框 39"/>
          <p:cNvSpPr txBox="1"/>
          <p:nvPr>
            <p:custDataLst>
              <p:tags r:id="rId9"/>
            </p:custDataLst>
          </p:nvPr>
        </p:nvSpPr>
        <p:spPr>
          <a:xfrm>
            <a:off x="26511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42" name="文本框 41"/>
          <p:cNvSpPr txBox="1"/>
          <p:nvPr>
            <p:custDataLst>
              <p:tags r:id="rId10"/>
            </p:custDataLst>
          </p:nvPr>
        </p:nvSpPr>
        <p:spPr>
          <a:xfrm>
            <a:off x="2917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43" name="文本框 42"/>
          <p:cNvSpPr txBox="1"/>
          <p:nvPr>
            <p:custDataLst>
              <p:tags r:id="rId11"/>
            </p:custDataLst>
          </p:nvPr>
        </p:nvSpPr>
        <p:spPr>
          <a:xfrm>
            <a:off x="31940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44" name="文本框 43"/>
          <p:cNvSpPr txBox="1"/>
          <p:nvPr>
            <p:custDataLst>
              <p:tags r:id="rId12"/>
            </p:custDataLst>
          </p:nvPr>
        </p:nvSpPr>
        <p:spPr>
          <a:xfrm>
            <a:off x="35147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955675" y="37318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2  ∞  5  ∞  ∞  ∞  ∞  ∞  ∞  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14"/>
            </p:custDataLst>
          </p:nvPr>
        </p:nvSpPr>
        <p:spPr>
          <a:xfrm>
            <a:off x="955675" y="40366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 5   2  ∞  ∞  ∞  ∞  ∞  ∞  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5"/>
            </p:custDataLst>
          </p:nvPr>
        </p:nvSpPr>
        <p:spPr>
          <a:xfrm>
            <a:off x="955675" y="43097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5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 4   ∞  ∞  ∞  ∞  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16"/>
            </p:custDataLst>
          </p:nvPr>
        </p:nvSpPr>
        <p:spPr>
          <a:xfrm>
            <a:off x="955675" y="46145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  2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 4    2  ∞  ∞  ∞  </a:t>
            </a:r>
            <a:endParaRPr lang="en-US" altLang="zh-CN"/>
          </a:p>
        </p:txBody>
      </p:sp>
      <p:sp>
        <p:nvSpPr>
          <p:cNvPr id="54" name="文本框 53"/>
          <p:cNvSpPr txBox="1"/>
          <p:nvPr>
            <p:custDataLst>
              <p:tags r:id="rId17"/>
            </p:custDataLst>
          </p:nvPr>
        </p:nvSpPr>
        <p:spPr>
          <a:xfrm>
            <a:off x="955675" y="48812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2   ∞   5  ∞  ∞  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8"/>
            </p:custDataLst>
          </p:nvPr>
        </p:nvSpPr>
        <p:spPr>
          <a:xfrm>
            <a:off x="955675" y="51542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4   4   2  ∞    3   9   6  ∞  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19"/>
            </p:custDataLst>
          </p:nvPr>
        </p:nvSpPr>
        <p:spPr>
          <a:xfrm>
            <a:off x="955675" y="54590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2  ∞  3   ∞   ∞  7  ∞  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0"/>
            </p:custDataLst>
          </p:nvPr>
        </p:nvSpPr>
        <p:spPr>
          <a:xfrm>
            <a:off x="955675" y="5757545"/>
            <a:ext cx="323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5  9   ∞  ∞   3   4  </a:t>
            </a:r>
            <a:endParaRPr lang="en-US" altLang="zh-CN"/>
          </a:p>
        </p:txBody>
      </p:sp>
      <p:sp>
        <p:nvSpPr>
          <p:cNvPr id="58" name="文本框 57"/>
          <p:cNvSpPr txBox="1"/>
          <p:nvPr>
            <p:custDataLst>
              <p:tags r:id="rId21"/>
            </p:custDataLst>
          </p:nvPr>
        </p:nvSpPr>
        <p:spPr>
          <a:xfrm>
            <a:off x="955675" y="60305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6  7   3   ∞   8  </a:t>
            </a:r>
            <a:endParaRPr lang="en-US" altLang="zh-CN"/>
          </a:p>
        </p:txBody>
      </p:sp>
      <p:sp>
        <p:nvSpPr>
          <p:cNvPr id="59" name="文本框 58"/>
          <p:cNvSpPr txBox="1"/>
          <p:nvPr>
            <p:custDataLst>
              <p:tags r:id="rId22"/>
            </p:custDataLst>
          </p:nvPr>
        </p:nvSpPr>
        <p:spPr>
          <a:xfrm>
            <a:off x="955675" y="63353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∞  ∞  4  8  ∞  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3"/>
            </p:custDataLst>
          </p:nvPr>
        </p:nvSpPr>
        <p:spPr>
          <a:xfrm>
            <a:off x="606425" y="37318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61" name="文本框 60"/>
          <p:cNvSpPr txBox="1"/>
          <p:nvPr>
            <p:custDataLst>
              <p:tags r:id="rId24"/>
            </p:custDataLst>
          </p:nvPr>
        </p:nvSpPr>
        <p:spPr>
          <a:xfrm>
            <a:off x="606425" y="3971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62" name="文本框 61"/>
          <p:cNvSpPr txBox="1"/>
          <p:nvPr>
            <p:custDataLst>
              <p:tags r:id="rId25"/>
            </p:custDataLst>
          </p:nvPr>
        </p:nvSpPr>
        <p:spPr>
          <a:xfrm>
            <a:off x="606425" y="426085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63" name="文本框 62"/>
          <p:cNvSpPr txBox="1"/>
          <p:nvPr>
            <p:custDataLst>
              <p:tags r:id="rId26"/>
            </p:custDataLst>
          </p:nvPr>
        </p:nvSpPr>
        <p:spPr>
          <a:xfrm>
            <a:off x="606425" y="45605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64" name="文本框 63"/>
          <p:cNvSpPr txBox="1"/>
          <p:nvPr>
            <p:custDataLst>
              <p:tags r:id="rId27"/>
            </p:custDataLst>
          </p:nvPr>
        </p:nvSpPr>
        <p:spPr>
          <a:xfrm>
            <a:off x="606425" y="4860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" name="文本框 64"/>
          <p:cNvSpPr txBox="1"/>
          <p:nvPr>
            <p:custDataLst>
              <p:tags r:id="rId28"/>
            </p:custDataLst>
          </p:nvPr>
        </p:nvSpPr>
        <p:spPr>
          <a:xfrm>
            <a:off x="606425" y="514540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66" name="文本框 65"/>
          <p:cNvSpPr txBox="1"/>
          <p:nvPr>
            <p:custDataLst>
              <p:tags r:id="rId29"/>
            </p:custDataLst>
          </p:nvPr>
        </p:nvSpPr>
        <p:spPr>
          <a:xfrm>
            <a:off x="606425" y="54749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67" name="文本框 66"/>
          <p:cNvSpPr txBox="1"/>
          <p:nvPr>
            <p:custDataLst>
              <p:tags r:id="rId30"/>
            </p:custDataLst>
          </p:nvPr>
        </p:nvSpPr>
        <p:spPr>
          <a:xfrm>
            <a:off x="606425" y="57257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8" name="文本框 67"/>
          <p:cNvSpPr txBox="1"/>
          <p:nvPr>
            <p:custDataLst>
              <p:tags r:id="rId31"/>
            </p:custDataLst>
          </p:nvPr>
        </p:nvSpPr>
        <p:spPr>
          <a:xfrm>
            <a:off x="606425" y="598106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69" name="文本框 68"/>
          <p:cNvSpPr txBox="1"/>
          <p:nvPr>
            <p:custDataLst>
              <p:tags r:id="rId32"/>
            </p:custDataLst>
          </p:nvPr>
        </p:nvSpPr>
        <p:spPr>
          <a:xfrm>
            <a:off x="644525" y="62972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cxnSp>
        <p:nvCxnSpPr>
          <p:cNvPr id="70" name="直接连接符 69"/>
          <p:cNvCxnSpPr/>
          <p:nvPr>
            <p:custDataLst>
              <p:tags r:id="rId33"/>
            </p:custDataLst>
          </p:nvPr>
        </p:nvCxnSpPr>
        <p:spPr>
          <a:xfrm flipH="1" flipV="1">
            <a:off x="758825" y="3554095"/>
            <a:ext cx="3111500" cy="31750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438650" y="1187450"/>
            <a:ext cx="50800" cy="52895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5335905" y="2532380"/>
            <a:ext cx="2838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重复②③两步。</a:t>
            </a:r>
            <a:endParaRPr lang="zh-CN" altLang="en-US"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34"/>
            </p:custDataLst>
          </p:nvPr>
        </p:nvSpPr>
        <p:spPr>
          <a:xfrm>
            <a:off x="5245100" y="2140585"/>
            <a:ext cx="5569585" cy="391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③更新</a:t>
            </a:r>
            <a:r>
              <a:rPr lang="en-US" altLang="zh-CN"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dist[j] = min{dist[j], dist[i]+G[i][j]}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57750" y="3175000"/>
            <a:ext cx="166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最短路径输出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56175" y="3731895"/>
            <a:ext cx="64490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构造Parent</a:t>
            </a:r>
            <a:r>
              <a:rPr lang="en-US" altLang="zh-CN"/>
              <a:t>[]</a:t>
            </a:r>
            <a:r>
              <a:rPr lang="zh-CN" altLang="en-US"/>
              <a:t>，</a:t>
            </a:r>
            <a:r>
              <a:rPr lang="en-US" altLang="zh-CN"/>
              <a:t>Parent[i] =&gt; </a:t>
            </a:r>
            <a:r>
              <a:rPr lang="en-US" altLang="zh-CN">
                <a:sym typeface="+mn-ea"/>
              </a:rPr>
              <a:t>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</a:t>
            </a:r>
            <a:r>
              <a:rPr lang="zh-CN" altLang="en-US">
                <a:sym typeface="+mn-ea"/>
              </a:rPr>
              <a:t>最短路径下，</a:t>
            </a:r>
            <a:r>
              <a:rPr lang="en-US" altLang="zh-CN">
                <a:sym typeface="+mn-ea"/>
              </a:rPr>
              <a:t>v</a:t>
            </a:r>
            <a:r>
              <a:rPr lang="en-US" altLang="zh-CN" baseline="-25000">
                <a:sym typeface="+mn-ea"/>
              </a:rPr>
              <a:t>i</a:t>
            </a:r>
            <a:r>
              <a:rPr lang="zh-CN" altLang="en-US">
                <a:sym typeface="+mn-ea"/>
              </a:rPr>
              <a:t>的上一个顶点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057775" y="4318000"/>
            <a:ext cx="673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r>
              <a:rPr lang="en-US" altLang="zh-CN"/>
              <a:t>-v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22" name="文本框 21"/>
          <p:cNvSpPr txBox="1"/>
          <p:nvPr/>
        </p:nvSpPr>
        <p:spPr>
          <a:xfrm>
            <a:off x="5803900" y="4339590"/>
            <a:ext cx="6020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Parent[6] =&gt; P</a:t>
            </a:r>
            <a:r>
              <a:rPr lang="en-US" altLang="zh-CN">
                <a:sym typeface="+mn-ea"/>
              </a:rPr>
              <a:t>arent[Parent[6]]=&gt;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P</a:t>
            </a:r>
            <a:r>
              <a:rPr lang="en-US" altLang="zh-CN">
                <a:sym typeface="+mn-ea"/>
              </a:rPr>
              <a:t>arent[Parent[</a:t>
            </a:r>
            <a:r>
              <a:rPr lang="en-US" altLang="zh-CN">
                <a:sym typeface="+mn-ea"/>
              </a:rPr>
              <a:t>Parent[6]]]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6125210" y="4762500"/>
            <a:ext cx="395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7249160" y="4762500"/>
            <a:ext cx="1127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Parent[3]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7614920" y="5130800"/>
            <a:ext cx="395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9230360" y="4738370"/>
            <a:ext cx="1127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Parent[1]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9573260" y="5090795"/>
            <a:ext cx="353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10036175" y="5662295"/>
            <a:ext cx="1171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v</a:t>
            </a:r>
            <a:r>
              <a:rPr lang="en-US" altLang="zh-CN" b="1" baseline="-25000">
                <a:solidFill>
                  <a:srgbClr val="FF0000"/>
                </a:solidFill>
              </a:rPr>
              <a:t>0</a:t>
            </a:r>
            <a:r>
              <a:rPr lang="en-US" altLang="zh-CN" b="1">
                <a:solidFill>
                  <a:srgbClr val="FF0000"/>
                </a:solidFill>
              </a:rPr>
              <a:t>-v</a:t>
            </a:r>
            <a:r>
              <a:rPr lang="en-US" altLang="zh-CN" b="1" baseline="-25000">
                <a:solidFill>
                  <a:srgbClr val="FF0000"/>
                </a:solidFill>
              </a:rPr>
              <a:t>1</a:t>
            </a:r>
            <a:r>
              <a:rPr lang="en-US" altLang="zh-CN" b="1">
                <a:solidFill>
                  <a:srgbClr val="FF0000"/>
                </a:solidFill>
              </a:rPr>
              <a:t>-v</a:t>
            </a:r>
            <a:r>
              <a:rPr lang="en-US" altLang="zh-CN" b="1" baseline="-25000">
                <a:solidFill>
                  <a:srgbClr val="FF0000"/>
                </a:solidFill>
              </a:rPr>
              <a:t>3</a:t>
            </a:r>
            <a:r>
              <a:rPr lang="en-US" altLang="zh-CN" b="1">
                <a:solidFill>
                  <a:srgbClr val="FF0000"/>
                </a:solidFill>
              </a:rPr>
              <a:t>-v</a:t>
            </a:r>
            <a:r>
              <a:rPr lang="en-US" altLang="zh-CN" b="1" baseline="-25000">
                <a:solidFill>
                  <a:srgbClr val="FF0000"/>
                </a:solidFill>
              </a:rPr>
              <a:t>6</a:t>
            </a:r>
            <a:endParaRPr lang="en-US" altLang="zh-CN" b="1" baseline="-25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5" grpId="1"/>
      <p:bldP spid="21" grpId="0"/>
      <p:bldP spid="22" grpId="0"/>
      <p:bldP spid="21" grpId="1"/>
      <p:bldP spid="22" grpId="1"/>
      <p:bldP spid="23" grpId="0"/>
      <p:bldP spid="24" grpId="0"/>
      <p:bldP spid="25" grpId="0"/>
      <p:bldP spid="26" grpId="0"/>
      <p:bldP spid="27" grpId="0"/>
      <p:bldP spid="23" grpId="1"/>
      <p:bldP spid="24" grpId="1"/>
      <p:bldP spid="25" grpId="1"/>
      <p:bldP spid="26" grpId="1"/>
      <p:bldP spid="27" grpId="1"/>
      <p:bldP spid="28" grpId="0"/>
      <p:bldP spid="28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750" y="953770"/>
            <a:ext cx="4201795" cy="24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66750" y="435610"/>
            <a:ext cx="452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Dijkstra算法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=&gt;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假设源点为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000" b="1" baseline="-25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0" y="516890"/>
            <a:ext cx="6506210" cy="162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>
                <a:solidFill>
                  <a:srgbClr val="FF0000"/>
                </a:solidFill>
              </a:rPr>
              <a:t>邻接矩阵 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G[][]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dist[i] =&gt; </a:t>
            </a:r>
            <a:r>
              <a:rPr lang="zh-CN" altLang="en-US">
                <a:sym typeface="+mn-ea"/>
              </a:rPr>
              <a:t>当前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的最短路径长度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visited[]</a:t>
            </a:r>
            <a:r>
              <a:rPr lang="en-US" altLang="zh-CN">
                <a:sym typeface="+mn-ea"/>
              </a:rPr>
              <a:t>, visited[i] =&gt; </a:t>
            </a:r>
            <a:r>
              <a:rPr lang="zh-CN" altLang="en-US">
                <a:sym typeface="+mn-ea"/>
              </a:rPr>
              <a:t>是否已经找到</a:t>
            </a:r>
            <a:r>
              <a:rPr lang="en-US" altLang="zh-CN">
                <a:sym typeface="+mn-ea"/>
              </a:rPr>
              <a:t> 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 </a:t>
            </a:r>
            <a:r>
              <a:rPr lang="zh-CN" altLang="en-US">
                <a:sym typeface="+mn-ea"/>
              </a:rPr>
              <a:t>的最短路径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②找</a:t>
            </a:r>
            <a:r>
              <a:rPr lang="en-US" altLang="zh-CN"/>
              <a:t>dist[]</a:t>
            </a:r>
            <a:r>
              <a:rPr lang="zh-CN" altLang="en-US"/>
              <a:t>数组中最小值的数组下标</a:t>
            </a:r>
            <a:r>
              <a:rPr lang="en-US" altLang="zh-CN"/>
              <a:t>i =&gt; v</a:t>
            </a:r>
            <a:r>
              <a:rPr lang="en-US" altLang="zh-CN" baseline="-25000"/>
              <a:t>0</a:t>
            </a:r>
            <a:r>
              <a:rPr lang="en-US" altLang="zh-CN"/>
              <a:t>-v</a:t>
            </a:r>
            <a:r>
              <a:rPr lang="en-US" altLang="zh-CN" baseline="-25000"/>
              <a:t>i</a:t>
            </a:r>
            <a:r>
              <a:rPr lang="zh-CN" altLang="en-US">
                <a:sym typeface="+mn-ea"/>
              </a:rPr>
              <a:t>的最短路径长度</a:t>
            </a:r>
            <a:r>
              <a:rPr lang="en-US" altLang="zh-CN">
                <a:sym typeface="+mn-ea"/>
              </a:rPr>
              <a:t>dist[i]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3"/>
            </p:custDataLst>
          </p:nvPr>
        </p:nvSpPr>
        <p:spPr>
          <a:xfrm>
            <a:off x="9556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34" name="文本框 33"/>
          <p:cNvSpPr txBox="1"/>
          <p:nvPr>
            <p:custDataLst>
              <p:tags r:id="rId4"/>
            </p:custDataLst>
          </p:nvPr>
        </p:nvSpPr>
        <p:spPr>
          <a:xfrm>
            <a:off x="12477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35" name="文本框 34"/>
          <p:cNvSpPr txBox="1"/>
          <p:nvPr>
            <p:custDataLst>
              <p:tags r:id="rId5"/>
            </p:custDataLst>
          </p:nvPr>
        </p:nvSpPr>
        <p:spPr>
          <a:xfrm>
            <a:off x="15271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36" name="文本框 35"/>
          <p:cNvSpPr txBox="1"/>
          <p:nvPr>
            <p:custDataLst>
              <p:tags r:id="rId6"/>
            </p:custDataLst>
          </p:nvPr>
        </p:nvSpPr>
        <p:spPr>
          <a:xfrm>
            <a:off x="1774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37" name="文本框 36"/>
          <p:cNvSpPr txBox="1"/>
          <p:nvPr>
            <p:custDataLst>
              <p:tags r:id="rId7"/>
            </p:custDataLst>
          </p:nvPr>
        </p:nvSpPr>
        <p:spPr>
          <a:xfrm>
            <a:off x="206057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>
            <p:custDataLst>
              <p:tags r:id="rId8"/>
            </p:custDataLst>
          </p:nvPr>
        </p:nvSpPr>
        <p:spPr>
          <a:xfrm>
            <a:off x="23812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40" name="文本框 39"/>
          <p:cNvSpPr txBox="1"/>
          <p:nvPr>
            <p:custDataLst>
              <p:tags r:id="rId9"/>
            </p:custDataLst>
          </p:nvPr>
        </p:nvSpPr>
        <p:spPr>
          <a:xfrm>
            <a:off x="26511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42" name="文本框 41"/>
          <p:cNvSpPr txBox="1"/>
          <p:nvPr>
            <p:custDataLst>
              <p:tags r:id="rId10"/>
            </p:custDataLst>
          </p:nvPr>
        </p:nvSpPr>
        <p:spPr>
          <a:xfrm>
            <a:off x="29178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43" name="文本框 42"/>
          <p:cNvSpPr txBox="1"/>
          <p:nvPr>
            <p:custDataLst>
              <p:tags r:id="rId11"/>
            </p:custDataLst>
          </p:nvPr>
        </p:nvSpPr>
        <p:spPr>
          <a:xfrm>
            <a:off x="3194050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44" name="文本框 43"/>
          <p:cNvSpPr txBox="1"/>
          <p:nvPr>
            <p:custDataLst>
              <p:tags r:id="rId12"/>
            </p:custDataLst>
          </p:nvPr>
        </p:nvSpPr>
        <p:spPr>
          <a:xfrm>
            <a:off x="3514725" y="33635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955675" y="37318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2  ∞  5  ∞  ∞  ∞  ∞  ∞  ∞  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14"/>
            </p:custDataLst>
          </p:nvPr>
        </p:nvSpPr>
        <p:spPr>
          <a:xfrm>
            <a:off x="955675" y="40366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 5   2  ∞  ∞  ∞  ∞  ∞  ∞  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5"/>
            </p:custDataLst>
          </p:nvPr>
        </p:nvSpPr>
        <p:spPr>
          <a:xfrm>
            <a:off x="955675" y="43097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5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 4   ∞  ∞  ∞  ∞  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16"/>
            </p:custDataLst>
          </p:nvPr>
        </p:nvSpPr>
        <p:spPr>
          <a:xfrm>
            <a:off x="955675" y="46145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   2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 4    2  ∞  ∞  ∞  </a:t>
            </a:r>
            <a:endParaRPr lang="en-US" altLang="zh-CN"/>
          </a:p>
        </p:txBody>
      </p:sp>
      <p:sp>
        <p:nvSpPr>
          <p:cNvPr id="54" name="文本框 53"/>
          <p:cNvSpPr txBox="1"/>
          <p:nvPr>
            <p:custDataLst>
              <p:tags r:id="rId17"/>
            </p:custDataLst>
          </p:nvPr>
        </p:nvSpPr>
        <p:spPr>
          <a:xfrm>
            <a:off x="955675" y="488124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8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2   ∞   5  ∞  ∞  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8"/>
            </p:custDataLst>
          </p:nvPr>
        </p:nvSpPr>
        <p:spPr>
          <a:xfrm>
            <a:off x="955675" y="5154295"/>
            <a:ext cx="301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4   4   2  ∞    3   9   6  ∞  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19"/>
            </p:custDataLst>
          </p:nvPr>
        </p:nvSpPr>
        <p:spPr>
          <a:xfrm>
            <a:off x="955675" y="54590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2  ∞  3   ∞   ∞  7  ∞  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0"/>
            </p:custDataLst>
          </p:nvPr>
        </p:nvSpPr>
        <p:spPr>
          <a:xfrm>
            <a:off x="955675" y="5757545"/>
            <a:ext cx="323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5  9   ∞  ∞   3   4  </a:t>
            </a:r>
            <a:endParaRPr lang="en-US" altLang="zh-CN"/>
          </a:p>
        </p:txBody>
      </p:sp>
      <p:sp>
        <p:nvSpPr>
          <p:cNvPr id="58" name="文本框 57"/>
          <p:cNvSpPr txBox="1"/>
          <p:nvPr>
            <p:custDataLst>
              <p:tags r:id="rId21"/>
            </p:custDataLst>
          </p:nvPr>
        </p:nvSpPr>
        <p:spPr>
          <a:xfrm>
            <a:off x="955675" y="60305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6  7   3   ∞   8  </a:t>
            </a:r>
            <a:endParaRPr lang="en-US" altLang="zh-CN"/>
          </a:p>
        </p:txBody>
      </p:sp>
      <p:sp>
        <p:nvSpPr>
          <p:cNvPr id="59" name="文本框 58"/>
          <p:cNvSpPr txBox="1"/>
          <p:nvPr>
            <p:custDataLst>
              <p:tags r:id="rId22"/>
            </p:custDataLst>
          </p:nvPr>
        </p:nvSpPr>
        <p:spPr>
          <a:xfrm>
            <a:off x="955675" y="6335395"/>
            <a:ext cx="3098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</a:t>
            </a:r>
            <a:r>
              <a:rPr lang="en-US" altLang="zh-CN">
                <a:sym typeface="+mn-ea"/>
              </a:rPr>
              <a:t>∞</a:t>
            </a:r>
            <a:r>
              <a:rPr lang="en-US" altLang="zh-CN"/>
              <a:t>  ∞  ∞  ∞  4  8  ∞  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3"/>
            </p:custDataLst>
          </p:nvPr>
        </p:nvSpPr>
        <p:spPr>
          <a:xfrm>
            <a:off x="606425" y="37318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0</a:t>
            </a:r>
            <a:endParaRPr lang="en-US" altLang="zh-CN" baseline="-25000"/>
          </a:p>
        </p:txBody>
      </p:sp>
      <p:sp>
        <p:nvSpPr>
          <p:cNvPr id="61" name="文本框 60"/>
          <p:cNvSpPr txBox="1"/>
          <p:nvPr>
            <p:custDataLst>
              <p:tags r:id="rId24"/>
            </p:custDataLst>
          </p:nvPr>
        </p:nvSpPr>
        <p:spPr>
          <a:xfrm>
            <a:off x="606425" y="3971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1</a:t>
            </a:r>
            <a:endParaRPr lang="en-US" altLang="zh-CN" baseline="-25000"/>
          </a:p>
        </p:txBody>
      </p:sp>
      <p:sp>
        <p:nvSpPr>
          <p:cNvPr id="62" name="文本框 61"/>
          <p:cNvSpPr txBox="1"/>
          <p:nvPr>
            <p:custDataLst>
              <p:tags r:id="rId25"/>
            </p:custDataLst>
          </p:nvPr>
        </p:nvSpPr>
        <p:spPr>
          <a:xfrm>
            <a:off x="606425" y="426085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  <p:sp>
        <p:nvSpPr>
          <p:cNvPr id="63" name="文本框 62"/>
          <p:cNvSpPr txBox="1"/>
          <p:nvPr>
            <p:custDataLst>
              <p:tags r:id="rId26"/>
            </p:custDataLst>
          </p:nvPr>
        </p:nvSpPr>
        <p:spPr>
          <a:xfrm>
            <a:off x="606425" y="45605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sp>
        <p:nvSpPr>
          <p:cNvPr id="64" name="文本框 63"/>
          <p:cNvSpPr txBox="1"/>
          <p:nvPr>
            <p:custDataLst>
              <p:tags r:id="rId27"/>
            </p:custDataLst>
          </p:nvPr>
        </p:nvSpPr>
        <p:spPr>
          <a:xfrm>
            <a:off x="606425" y="486029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4</a:t>
            </a:r>
            <a:endParaRPr lang="en-US" altLang="zh-CN" baseline="-25000"/>
          </a:p>
        </p:txBody>
      </p:sp>
      <p:sp>
        <p:nvSpPr>
          <p:cNvPr id="65" name="文本框 64"/>
          <p:cNvSpPr txBox="1"/>
          <p:nvPr>
            <p:custDataLst>
              <p:tags r:id="rId28"/>
            </p:custDataLst>
          </p:nvPr>
        </p:nvSpPr>
        <p:spPr>
          <a:xfrm>
            <a:off x="606425" y="514540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5</a:t>
            </a:r>
            <a:endParaRPr lang="en-US" altLang="zh-CN" baseline="-25000"/>
          </a:p>
        </p:txBody>
      </p:sp>
      <p:sp>
        <p:nvSpPr>
          <p:cNvPr id="66" name="文本框 65"/>
          <p:cNvSpPr txBox="1"/>
          <p:nvPr>
            <p:custDataLst>
              <p:tags r:id="rId29"/>
            </p:custDataLst>
          </p:nvPr>
        </p:nvSpPr>
        <p:spPr>
          <a:xfrm>
            <a:off x="606425" y="5474970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6</a:t>
            </a:r>
            <a:endParaRPr lang="en-US" altLang="zh-CN" baseline="-25000"/>
          </a:p>
        </p:txBody>
      </p:sp>
      <p:sp>
        <p:nvSpPr>
          <p:cNvPr id="67" name="文本框 66"/>
          <p:cNvSpPr txBox="1"/>
          <p:nvPr>
            <p:custDataLst>
              <p:tags r:id="rId30"/>
            </p:custDataLst>
          </p:nvPr>
        </p:nvSpPr>
        <p:spPr>
          <a:xfrm>
            <a:off x="606425" y="57257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7</a:t>
            </a:r>
            <a:endParaRPr lang="en-US" altLang="zh-CN" baseline="-25000"/>
          </a:p>
        </p:txBody>
      </p:sp>
      <p:sp>
        <p:nvSpPr>
          <p:cNvPr id="68" name="文本框 67"/>
          <p:cNvSpPr txBox="1"/>
          <p:nvPr>
            <p:custDataLst>
              <p:tags r:id="rId31"/>
            </p:custDataLst>
          </p:nvPr>
        </p:nvSpPr>
        <p:spPr>
          <a:xfrm>
            <a:off x="606425" y="598106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8</a:t>
            </a:r>
            <a:endParaRPr lang="en-US" altLang="zh-CN" baseline="-25000"/>
          </a:p>
        </p:txBody>
      </p:sp>
      <p:sp>
        <p:nvSpPr>
          <p:cNvPr id="69" name="文本框 68"/>
          <p:cNvSpPr txBox="1"/>
          <p:nvPr>
            <p:custDataLst>
              <p:tags r:id="rId32"/>
            </p:custDataLst>
          </p:nvPr>
        </p:nvSpPr>
        <p:spPr>
          <a:xfrm>
            <a:off x="644525" y="6297295"/>
            <a:ext cx="43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</a:t>
            </a:r>
            <a:r>
              <a:rPr lang="en-US" altLang="zh-CN" baseline="-25000"/>
              <a:t>9</a:t>
            </a:r>
            <a:endParaRPr lang="en-US" altLang="zh-CN" baseline="-25000"/>
          </a:p>
        </p:txBody>
      </p:sp>
      <p:cxnSp>
        <p:nvCxnSpPr>
          <p:cNvPr id="70" name="直接连接符 69"/>
          <p:cNvCxnSpPr/>
          <p:nvPr>
            <p:custDataLst>
              <p:tags r:id="rId33"/>
            </p:custDataLst>
          </p:nvPr>
        </p:nvCxnSpPr>
        <p:spPr>
          <a:xfrm flipH="1" flipV="1">
            <a:off x="758825" y="3554095"/>
            <a:ext cx="3111500" cy="31750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438650" y="1187450"/>
            <a:ext cx="50800" cy="528955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5335905" y="2532380"/>
            <a:ext cx="2838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重复②③两步。</a:t>
            </a:r>
            <a:endParaRPr lang="zh-CN" altLang="en-US"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34"/>
            </p:custDataLst>
          </p:nvPr>
        </p:nvSpPr>
        <p:spPr>
          <a:xfrm>
            <a:off x="5245100" y="2140585"/>
            <a:ext cx="5569585" cy="391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③更新</a:t>
            </a:r>
            <a:r>
              <a:rPr lang="en-US" altLang="zh-CN">
                <a:sym typeface="+mn-ea"/>
              </a:rPr>
              <a:t>dist[]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dist[j] = min{dist[j], dist[i]+G[i][j]}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57750" y="3175000"/>
            <a:ext cx="166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最短路径输出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56175" y="3731895"/>
            <a:ext cx="64490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构造Parent</a:t>
            </a:r>
            <a:r>
              <a:rPr lang="en-US" altLang="zh-CN"/>
              <a:t>[]</a:t>
            </a:r>
            <a:r>
              <a:rPr lang="zh-CN" altLang="en-US"/>
              <a:t>，</a:t>
            </a:r>
            <a:r>
              <a:rPr lang="en-US" altLang="zh-CN"/>
              <a:t>Parent[i] =&gt; </a:t>
            </a:r>
            <a:r>
              <a:rPr lang="en-US" altLang="zh-CN">
                <a:sym typeface="+mn-ea"/>
              </a:rPr>
              <a:t>v</a:t>
            </a:r>
            <a:r>
              <a:rPr lang="en-US" altLang="zh-CN" baseline="-25000">
                <a:sym typeface="+mn-ea"/>
              </a:rPr>
              <a:t>0</a:t>
            </a:r>
            <a:r>
              <a:rPr lang="en-US" altLang="zh-CN">
                <a:sym typeface="+mn-ea"/>
              </a:rPr>
              <a:t>-&gt;v</a:t>
            </a:r>
            <a:r>
              <a:rPr lang="en-US" altLang="zh-CN" baseline="-25000">
                <a:sym typeface="+mn-ea"/>
              </a:rPr>
              <a:t>i</a:t>
            </a:r>
            <a:r>
              <a:rPr lang="zh-CN" altLang="en-US">
                <a:sym typeface="+mn-ea"/>
              </a:rPr>
              <a:t>最短路径下，</a:t>
            </a:r>
            <a:r>
              <a:rPr lang="en-US" altLang="zh-CN">
                <a:sym typeface="+mn-ea"/>
              </a:rPr>
              <a:t>v</a:t>
            </a:r>
            <a:r>
              <a:rPr lang="en-US" altLang="zh-CN" baseline="-25000">
                <a:sym typeface="+mn-ea"/>
              </a:rPr>
              <a:t>i</a:t>
            </a:r>
            <a:r>
              <a:rPr lang="zh-CN" altLang="en-US">
                <a:sym typeface="+mn-ea"/>
              </a:rPr>
              <a:t>的上一个顶点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4975225" y="4404995"/>
            <a:ext cx="44367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初始值：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5647690" y="4036695"/>
            <a:ext cx="3607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i</a:t>
            </a:r>
            <a:r>
              <a:rPr lang="en-US" altLang="zh-CN">
                <a:sym typeface="+mn-ea"/>
              </a:rPr>
              <a:t>    0    1    2    3    4    5    6    7    8    9</a:t>
            </a:r>
            <a:endParaRPr lang="en-US" altLang="zh-CN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15025" y="4404995"/>
            <a:ext cx="3340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-1   0   -1   0   -1   -1  -1   -1   -1   -1</a:t>
            </a:r>
            <a:endParaRPr lang="en-US" altLang="zh-CN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90770" y="4982845"/>
            <a:ext cx="16300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何时更新？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55540" y="5513705"/>
            <a:ext cx="5523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更新</a:t>
            </a:r>
            <a:r>
              <a:rPr lang="en-US" altLang="zh-CN"/>
              <a:t>dist[j]</a:t>
            </a:r>
            <a:r>
              <a:rPr lang="zh-CN" altLang="en-US"/>
              <a:t>的时候，当</a:t>
            </a:r>
            <a:r>
              <a:rPr lang="en-US" altLang="zh-CN"/>
              <a:t>dist[i]+G[i][j]&lt;dist[j] =&gt; Parent[j]=i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5" grpId="1"/>
      <p:bldP spid="15" grpId="0"/>
      <p:bldP spid="16" grpId="0"/>
      <p:bldP spid="18" grpId="0"/>
      <p:bldP spid="15" grpId="1"/>
      <p:bldP spid="16" grpId="1"/>
      <p:bldP spid="18" grpId="1"/>
      <p:bldP spid="19" grpId="0"/>
      <p:bldP spid="20" grpId="0"/>
      <p:bldP spid="19" grpId="1"/>
      <p:bldP spid="20" grpId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commondata" val="eyJoZGlkIjoiZGFhOGUxOGY3NTc0OWFlNzFiNzA1MGEzOWQyOWU5YTU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12820</Words>
  <Application>WPS 演示</Application>
  <PresentationFormat>宽屏</PresentationFormat>
  <Paragraphs>1450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Edge Runner</dc:creator>
  <cp:lastModifiedBy>fyx</cp:lastModifiedBy>
  <cp:revision>1221</cp:revision>
  <dcterms:created xsi:type="dcterms:W3CDTF">2023-10-18T15:40:00Z</dcterms:created>
  <dcterms:modified xsi:type="dcterms:W3CDTF">2023-11-19T07:10:57Z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A534D43EC2B441918E054D0F5A68D6B4_12</vt:lpwstr>
  </property>
  <property fmtid="{D5CDD505-2E9C-101B-9397-08002B2CF9AE}" pid="3" name="KSOProductBuildVer">
    <vt:lpwstr>2052-12.1.0.15712</vt:lpwstr>
  </property>
</Properties>
</file>