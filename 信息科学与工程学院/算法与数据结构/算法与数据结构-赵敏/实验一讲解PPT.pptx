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63" r:id="rId5"/>
    <p:sldId id="265" r:id="rId6"/>
    <p:sldId id="269" r:id="rId7"/>
    <p:sldId id="276" r:id="rId8"/>
    <p:sldId id="257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258" r:id="rId20"/>
    <p:sldId id="308" r:id="rId21"/>
    <p:sldId id="309" r:id="rId22"/>
    <p:sldId id="314" r:id="rId23"/>
    <p:sldId id="315" r:id="rId24"/>
    <p:sldId id="316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01" r:id="rId34"/>
    <p:sldId id="327" r:id="rId35"/>
    <p:sldId id="328" r:id="rId36"/>
    <p:sldId id="329" r:id="rId37"/>
    <p:sldId id="330" r:id="rId38"/>
    <p:sldId id="331" r:id="rId39"/>
    <p:sldId id="334" r:id="rId40"/>
    <p:sldId id="336" r:id="rId41"/>
    <p:sldId id="259" r:id="rId42"/>
    <p:sldId id="294" r:id="rId43"/>
    <p:sldId id="295" r:id="rId44"/>
    <p:sldId id="296" r:id="rId45"/>
    <p:sldId id="297" r:id="rId46"/>
    <p:sldId id="298" r:id="rId47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题" id="{6379f393-68fa-486a-8682-5bad1b016eca}">
          <p14:sldIdLst>
            <p14:sldId id="260"/>
            <p14:sldId id="261"/>
            <p14:sldId id="263"/>
            <p14:sldId id="265"/>
            <p14:sldId id="269"/>
            <p14:sldId id="276"/>
          </p14:sldIdLst>
        </p14:section>
        <p14:section name="第四题" id="{47e982a8-125c-4f08-bb88-ce8490ad8199}">
          <p14:sldIdLst>
            <p14:sldId id="257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</p14:sldIdLst>
        </p14:section>
        <p14:section name="第二题" id="{c0cea433-0263-46d2-918c-72597f775a6c}">
          <p14:sldIdLst>
            <p14:sldId id="258"/>
            <p14:sldId id="308"/>
            <p14:sldId id="309"/>
            <p14:sldId id="314"/>
            <p14:sldId id="315"/>
            <p14:sldId id="316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01"/>
            <p14:sldId id="327"/>
            <p14:sldId id="328"/>
            <p14:sldId id="329"/>
            <p14:sldId id="330"/>
            <p14:sldId id="331"/>
            <p14:sldId id="334"/>
            <p14:sldId id="336"/>
          </p14:sldIdLst>
        </p14:section>
        <p14:section name="第三题" id="{6c4517f4-13b4-4fe1-b743-ce450e9333ab}">
          <p14:sldIdLst>
            <p14:sldId id="259"/>
            <p14:sldId id="294"/>
            <p14:sldId id="295"/>
            <p14:sldId id="296"/>
            <p14:sldId id="297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gs" Target="tags/tag1341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0" Type="http://schemas.openxmlformats.org/officeDocument/2006/relationships/slideLayout" Target="../slideLayouts/slideLayout1.xml"/><Relationship Id="rId7" Type="http://schemas.openxmlformats.org/officeDocument/2006/relationships/tags" Target="../tags/tag46.xml"/><Relationship Id="rId69" Type="http://schemas.openxmlformats.org/officeDocument/2006/relationships/tags" Target="../tags/tag107.xml"/><Relationship Id="rId68" Type="http://schemas.openxmlformats.org/officeDocument/2006/relationships/tags" Target="../tags/tag106.xml"/><Relationship Id="rId67" Type="http://schemas.openxmlformats.org/officeDocument/2006/relationships/tags" Target="../tags/tag105.xml"/><Relationship Id="rId66" Type="http://schemas.openxmlformats.org/officeDocument/2006/relationships/tags" Target="../tags/tag104.xml"/><Relationship Id="rId65" Type="http://schemas.openxmlformats.org/officeDocument/2006/relationships/tags" Target="../tags/tag103.xml"/><Relationship Id="rId64" Type="http://schemas.openxmlformats.org/officeDocument/2006/relationships/tags" Target="../tags/tag102.xml"/><Relationship Id="rId63" Type="http://schemas.openxmlformats.org/officeDocument/2006/relationships/image" Target="../media/image1.png"/><Relationship Id="rId62" Type="http://schemas.openxmlformats.org/officeDocument/2006/relationships/tags" Target="../tags/tag101.xml"/><Relationship Id="rId61" Type="http://schemas.openxmlformats.org/officeDocument/2006/relationships/tags" Target="../tags/tag100.xml"/><Relationship Id="rId60" Type="http://schemas.openxmlformats.org/officeDocument/2006/relationships/tags" Target="../tags/tag99.xml"/><Relationship Id="rId6" Type="http://schemas.openxmlformats.org/officeDocument/2006/relationships/tags" Target="../tags/tag45.xml"/><Relationship Id="rId59" Type="http://schemas.openxmlformats.org/officeDocument/2006/relationships/tags" Target="../tags/tag98.xml"/><Relationship Id="rId58" Type="http://schemas.openxmlformats.org/officeDocument/2006/relationships/tags" Target="../tags/tag97.xml"/><Relationship Id="rId57" Type="http://schemas.openxmlformats.org/officeDocument/2006/relationships/tags" Target="../tags/tag96.xml"/><Relationship Id="rId56" Type="http://schemas.openxmlformats.org/officeDocument/2006/relationships/tags" Target="../tags/tag95.xml"/><Relationship Id="rId55" Type="http://schemas.openxmlformats.org/officeDocument/2006/relationships/tags" Target="../tags/tag94.xml"/><Relationship Id="rId54" Type="http://schemas.openxmlformats.org/officeDocument/2006/relationships/tags" Target="../tags/tag93.xml"/><Relationship Id="rId53" Type="http://schemas.openxmlformats.org/officeDocument/2006/relationships/tags" Target="../tags/tag92.xml"/><Relationship Id="rId52" Type="http://schemas.openxmlformats.org/officeDocument/2006/relationships/tags" Target="../tags/tag91.xml"/><Relationship Id="rId51" Type="http://schemas.openxmlformats.org/officeDocument/2006/relationships/tags" Target="../tags/tag90.xml"/><Relationship Id="rId50" Type="http://schemas.openxmlformats.org/officeDocument/2006/relationships/tags" Target="../tags/tag89.xml"/><Relationship Id="rId5" Type="http://schemas.openxmlformats.org/officeDocument/2006/relationships/tags" Target="../tags/tag44.xml"/><Relationship Id="rId49" Type="http://schemas.openxmlformats.org/officeDocument/2006/relationships/tags" Target="../tags/tag88.xml"/><Relationship Id="rId48" Type="http://schemas.openxmlformats.org/officeDocument/2006/relationships/tags" Target="../tags/tag87.xml"/><Relationship Id="rId47" Type="http://schemas.openxmlformats.org/officeDocument/2006/relationships/tags" Target="../tags/tag86.xml"/><Relationship Id="rId46" Type="http://schemas.openxmlformats.org/officeDocument/2006/relationships/tags" Target="../tags/tag85.xml"/><Relationship Id="rId45" Type="http://schemas.openxmlformats.org/officeDocument/2006/relationships/tags" Target="../tags/tag84.xml"/><Relationship Id="rId44" Type="http://schemas.openxmlformats.org/officeDocument/2006/relationships/tags" Target="../tags/tag83.xml"/><Relationship Id="rId43" Type="http://schemas.openxmlformats.org/officeDocument/2006/relationships/tags" Target="../tags/tag82.xml"/><Relationship Id="rId42" Type="http://schemas.openxmlformats.org/officeDocument/2006/relationships/tags" Target="../tags/tag81.xml"/><Relationship Id="rId41" Type="http://schemas.openxmlformats.org/officeDocument/2006/relationships/tags" Target="../tags/tag80.xml"/><Relationship Id="rId40" Type="http://schemas.openxmlformats.org/officeDocument/2006/relationships/tags" Target="../tags/tag79.xml"/><Relationship Id="rId4" Type="http://schemas.openxmlformats.org/officeDocument/2006/relationships/tags" Target="../tags/tag43.xml"/><Relationship Id="rId39" Type="http://schemas.openxmlformats.org/officeDocument/2006/relationships/tags" Target="../tags/tag78.xml"/><Relationship Id="rId38" Type="http://schemas.openxmlformats.org/officeDocument/2006/relationships/tags" Target="../tags/tag77.xml"/><Relationship Id="rId37" Type="http://schemas.openxmlformats.org/officeDocument/2006/relationships/tags" Target="../tags/tag76.xml"/><Relationship Id="rId36" Type="http://schemas.openxmlformats.org/officeDocument/2006/relationships/tags" Target="../tags/tag75.xml"/><Relationship Id="rId35" Type="http://schemas.openxmlformats.org/officeDocument/2006/relationships/tags" Target="../tags/tag74.xml"/><Relationship Id="rId34" Type="http://schemas.openxmlformats.org/officeDocument/2006/relationships/tags" Target="../tags/tag73.xml"/><Relationship Id="rId33" Type="http://schemas.openxmlformats.org/officeDocument/2006/relationships/tags" Target="../tags/tag72.xml"/><Relationship Id="rId32" Type="http://schemas.openxmlformats.org/officeDocument/2006/relationships/tags" Target="../tags/tag71.xml"/><Relationship Id="rId31" Type="http://schemas.openxmlformats.org/officeDocument/2006/relationships/tags" Target="../tags/tag70.xml"/><Relationship Id="rId30" Type="http://schemas.openxmlformats.org/officeDocument/2006/relationships/tags" Target="../tags/tag69.xml"/><Relationship Id="rId3" Type="http://schemas.openxmlformats.org/officeDocument/2006/relationships/tags" Target="../tags/tag42.xml"/><Relationship Id="rId29" Type="http://schemas.openxmlformats.org/officeDocument/2006/relationships/tags" Target="../tags/tag68.xml"/><Relationship Id="rId28" Type="http://schemas.openxmlformats.org/officeDocument/2006/relationships/tags" Target="../tags/tag67.xml"/><Relationship Id="rId27" Type="http://schemas.openxmlformats.org/officeDocument/2006/relationships/tags" Target="../tags/tag66.xml"/><Relationship Id="rId26" Type="http://schemas.openxmlformats.org/officeDocument/2006/relationships/tags" Target="../tags/tag65.xml"/><Relationship Id="rId25" Type="http://schemas.openxmlformats.org/officeDocument/2006/relationships/tags" Target="../tags/tag64.xml"/><Relationship Id="rId24" Type="http://schemas.openxmlformats.org/officeDocument/2006/relationships/tags" Target="../tags/tag63.xml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0" Type="http://schemas.openxmlformats.org/officeDocument/2006/relationships/slideLayout" Target="../slideLayouts/slideLayout1.xml"/><Relationship Id="rId8" Type="http://schemas.openxmlformats.org/officeDocument/2006/relationships/tags" Target="../tags/tag115.xml"/><Relationship Id="rId79" Type="http://schemas.openxmlformats.org/officeDocument/2006/relationships/tags" Target="../tags/tag185.xml"/><Relationship Id="rId78" Type="http://schemas.openxmlformats.org/officeDocument/2006/relationships/tags" Target="../tags/tag184.xml"/><Relationship Id="rId77" Type="http://schemas.openxmlformats.org/officeDocument/2006/relationships/tags" Target="../tags/tag183.xml"/><Relationship Id="rId76" Type="http://schemas.openxmlformats.org/officeDocument/2006/relationships/tags" Target="../tags/tag182.xml"/><Relationship Id="rId75" Type="http://schemas.openxmlformats.org/officeDocument/2006/relationships/tags" Target="../tags/tag181.xml"/><Relationship Id="rId74" Type="http://schemas.openxmlformats.org/officeDocument/2006/relationships/tags" Target="../tags/tag180.xml"/><Relationship Id="rId73" Type="http://schemas.openxmlformats.org/officeDocument/2006/relationships/tags" Target="../tags/tag179.xml"/><Relationship Id="rId72" Type="http://schemas.openxmlformats.org/officeDocument/2006/relationships/tags" Target="../tags/tag178.xml"/><Relationship Id="rId71" Type="http://schemas.openxmlformats.org/officeDocument/2006/relationships/tags" Target="../tags/tag177.xml"/><Relationship Id="rId70" Type="http://schemas.openxmlformats.org/officeDocument/2006/relationships/tags" Target="../tags/tag176.xml"/><Relationship Id="rId7" Type="http://schemas.openxmlformats.org/officeDocument/2006/relationships/tags" Target="../tags/tag114.xml"/><Relationship Id="rId69" Type="http://schemas.openxmlformats.org/officeDocument/2006/relationships/tags" Target="../tags/tag175.xml"/><Relationship Id="rId68" Type="http://schemas.openxmlformats.org/officeDocument/2006/relationships/tags" Target="../tags/tag174.xml"/><Relationship Id="rId67" Type="http://schemas.openxmlformats.org/officeDocument/2006/relationships/tags" Target="../tags/tag173.xml"/><Relationship Id="rId66" Type="http://schemas.openxmlformats.org/officeDocument/2006/relationships/tags" Target="../tags/tag172.xml"/><Relationship Id="rId65" Type="http://schemas.openxmlformats.org/officeDocument/2006/relationships/tags" Target="../tags/tag171.xml"/><Relationship Id="rId64" Type="http://schemas.openxmlformats.org/officeDocument/2006/relationships/tags" Target="../tags/tag170.xml"/><Relationship Id="rId63" Type="http://schemas.openxmlformats.org/officeDocument/2006/relationships/tags" Target="../tags/tag169.xml"/><Relationship Id="rId62" Type="http://schemas.openxmlformats.org/officeDocument/2006/relationships/tags" Target="../tags/tag168.xml"/><Relationship Id="rId61" Type="http://schemas.openxmlformats.org/officeDocument/2006/relationships/tags" Target="../tags/tag167.xml"/><Relationship Id="rId60" Type="http://schemas.openxmlformats.org/officeDocument/2006/relationships/tags" Target="../tags/tag166.xml"/><Relationship Id="rId6" Type="http://schemas.openxmlformats.org/officeDocument/2006/relationships/tags" Target="../tags/tag113.xml"/><Relationship Id="rId59" Type="http://schemas.openxmlformats.org/officeDocument/2006/relationships/tags" Target="../tags/tag165.xml"/><Relationship Id="rId58" Type="http://schemas.openxmlformats.org/officeDocument/2006/relationships/tags" Target="../tags/tag164.xml"/><Relationship Id="rId57" Type="http://schemas.openxmlformats.org/officeDocument/2006/relationships/tags" Target="../tags/tag163.xml"/><Relationship Id="rId56" Type="http://schemas.openxmlformats.org/officeDocument/2006/relationships/tags" Target="../tags/tag162.xml"/><Relationship Id="rId55" Type="http://schemas.openxmlformats.org/officeDocument/2006/relationships/tags" Target="../tags/tag161.xml"/><Relationship Id="rId54" Type="http://schemas.openxmlformats.org/officeDocument/2006/relationships/tags" Target="../tags/tag160.xml"/><Relationship Id="rId53" Type="http://schemas.openxmlformats.org/officeDocument/2006/relationships/tags" Target="../tags/tag159.xml"/><Relationship Id="rId52" Type="http://schemas.openxmlformats.org/officeDocument/2006/relationships/tags" Target="../tags/tag158.xml"/><Relationship Id="rId51" Type="http://schemas.openxmlformats.org/officeDocument/2006/relationships/tags" Target="../tags/tag157.xml"/><Relationship Id="rId50" Type="http://schemas.openxmlformats.org/officeDocument/2006/relationships/tags" Target="../tags/tag156.xml"/><Relationship Id="rId5" Type="http://schemas.openxmlformats.org/officeDocument/2006/relationships/tags" Target="../tags/tag112.xml"/><Relationship Id="rId49" Type="http://schemas.openxmlformats.org/officeDocument/2006/relationships/tags" Target="../tags/tag155.xml"/><Relationship Id="rId48" Type="http://schemas.openxmlformats.org/officeDocument/2006/relationships/tags" Target="../tags/tag154.xml"/><Relationship Id="rId47" Type="http://schemas.openxmlformats.org/officeDocument/2006/relationships/tags" Target="../tags/tag153.xml"/><Relationship Id="rId46" Type="http://schemas.openxmlformats.org/officeDocument/2006/relationships/tags" Target="../tags/tag152.xml"/><Relationship Id="rId45" Type="http://schemas.openxmlformats.org/officeDocument/2006/relationships/tags" Target="../tags/tag151.xml"/><Relationship Id="rId44" Type="http://schemas.openxmlformats.org/officeDocument/2006/relationships/tags" Target="../tags/tag150.xml"/><Relationship Id="rId43" Type="http://schemas.openxmlformats.org/officeDocument/2006/relationships/tags" Target="../tags/tag149.xml"/><Relationship Id="rId42" Type="http://schemas.openxmlformats.org/officeDocument/2006/relationships/tags" Target="../tags/tag148.xml"/><Relationship Id="rId41" Type="http://schemas.openxmlformats.org/officeDocument/2006/relationships/tags" Target="../tags/tag147.xml"/><Relationship Id="rId40" Type="http://schemas.openxmlformats.org/officeDocument/2006/relationships/tags" Target="../tags/tag146.xml"/><Relationship Id="rId4" Type="http://schemas.openxmlformats.org/officeDocument/2006/relationships/tags" Target="../tags/tag111.xml"/><Relationship Id="rId39" Type="http://schemas.openxmlformats.org/officeDocument/2006/relationships/tags" Target="../tags/tag145.xml"/><Relationship Id="rId38" Type="http://schemas.openxmlformats.org/officeDocument/2006/relationships/tags" Target="../tags/tag144.xml"/><Relationship Id="rId37" Type="http://schemas.openxmlformats.org/officeDocument/2006/relationships/tags" Target="../tags/tag143.xml"/><Relationship Id="rId36" Type="http://schemas.openxmlformats.org/officeDocument/2006/relationships/tags" Target="../tags/tag142.xml"/><Relationship Id="rId35" Type="http://schemas.openxmlformats.org/officeDocument/2006/relationships/tags" Target="../tags/tag141.xml"/><Relationship Id="rId34" Type="http://schemas.openxmlformats.org/officeDocument/2006/relationships/tags" Target="../tags/tag140.xml"/><Relationship Id="rId33" Type="http://schemas.openxmlformats.org/officeDocument/2006/relationships/tags" Target="../tags/tag139.xml"/><Relationship Id="rId32" Type="http://schemas.openxmlformats.org/officeDocument/2006/relationships/tags" Target="../tags/tag138.xml"/><Relationship Id="rId31" Type="http://schemas.openxmlformats.org/officeDocument/2006/relationships/tags" Target="../tags/tag137.xml"/><Relationship Id="rId30" Type="http://schemas.openxmlformats.org/officeDocument/2006/relationships/tags" Target="../tags/tag136.xml"/><Relationship Id="rId3" Type="http://schemas.openxmlformats.org/officeDocument/2006/relationships/tags" Target="../tags/tag110.xml"/><Relationship Id="rId29" Type="http://schemas.openxmlformats.org/officeDocument/2006/relationships/tags" Target="../tags/tag135.xml"/><Relationship Id="rId28" Type="http://schemas.openxmlformats.org/officeDocument/2006/relationships/tags" Target="../tags/tag134.xml"/><Relationship Id="rId27" Type="http://schemas.openxmlformats.org/officeDocument/2006/relationships/tags" Target="../tags/tag133.xml"/><Relationship Id="rId26" Type="http://schemas.openxmlformats.org/officeDocument/2006/relationships/tags" Target="../tags/tag132.xml"/><Relationship Id="rId25" Type="http://schemas.openxmlformats.org/officeDocument/2006/relationships/tags" Target="../tags/tag131.xml"/><Relationship Id="rId24" Type="http://schemas.openxmlformats.org/officeDocument/2006/relationships/image" Target="../media/image1.png"/><Relationship Id="rId23" Type="http://schemas.openxmlformats.org/officeDocument/2006/relationships/tags" Target="../tags/tag130.xml"/><Relationship Id="rId22" Type="http://schemas.openxmlformats.org/officeDocument/2006/relationships/tags" Target="../tags/tag129.xml"/><Relationship Id="rId21" Type="http://schemas.openxmlformats.org/officeDocument/2006/relationships/tags" Target="../tags/tag128.xml"/><Relationship Id="rId20" Type="http://schemas.openxmlformats.org/officeDocument/2006/relationships/tags" Target="../tags/tag127.xml"/><Relationship Id="rId2" Type="http://schemas.openxmlformats.org/officeDocument/2006/relationships/tags" Target="../tags/tag109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4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1.xml"/><Relationship Id="rId90" Type="http://schemas.openxmlformats.org/officeDocument/2006/relationships/tags" Target="../tags/tag274.xml"/><Relationship Id="rId9" Type="http://schemas.openxmlformats.org/officeDocument/2006/relationships/tags" Target="../tags/tag194.xml"/><Relationship Id="rId89" Type="http://schemas.openxmlformats.org/officeDocument/2006/relationships/tags" Target="../tags/tag273.xml"/><Relationship Id="rId88" Type="http://schemas.openxmlformats.org/officeDocument/2006/relationships/tags" Target="../tags/tag272.xml"/><Relationship Id="rId87" Type="http://schemas.openxmlformats.org/officeDocument/2006/relationships/tags" Target="../tags/tag271.xml"/><Relationship Id="rId86" Type="http://schemas.openxmlformats.org/officeDocument/2006/relationships/tags" Target="../tags/tag270.xml"/><Relationship Id="rId85" Type="http://schemas.openxmlformats.org/officeDocument/2006/relationships/tags" Target="../tags/tag269.xml"/><Relationship Id="rId84" Type="http://schemas.openxmlformats.org/officeDocument/2006/relationships/tags" Target="../tags/tag268.xml"/><Relationship Id="rId83" Type="http://schemas.openxmlformats.org/officeDocument/2006/relationships/tags" Target="../tags/tag267.xml"/><Relationship Id="rId82" Type="http://schemas.openxmlformats.org/officeDocument/2006/relationships/tags" Target="../tags/tag266.xml"/><Relationship Id="rId81" Type="http://schemas.openxmlformats.org/officeDocument/2006/relationships/tags" Target="../tags/tag265.xml"/><Relationship Id="rId80" Type="http://schemas.openxmlformats.org/officeDocument/2006/relationships/tags" Target="../tags/tag264.xml"/><Relationship Id="rId8" Type="http://schemas.openxmlformats.org/officeDocument/2006/relationships/tags" Target="../tags/tag193.xml"/><Relationship Id="rId79" Type="http://schemas.openxmlformats.org/officeDocument/2006/relationships/tags" Target="../tags/tag263.xml"/><Relationship Id="rId78" Type="http://schemas.openxmlformats.org/officeDocument/2006/relationships/tags" Target="../tags/tag262.xml"/><Relationship Id="rId77" Type="http://schemas.openxmlformats.org/officeDocument/2006/relationships/tags" Target="../tags/tag261.xml"/><Relationship Id="rId76" Type="http://schemas.openxmlformats.org/officeDocument/2006/relationships/tags" Target="../tags/tag260.xml"/><Relationship Id="rId75" Type="http://schemas.openxmlformats.org/officeDocument/2006/relationships/tags" Target="../tags/tag259.xml"/><Relationship Id="rId74" Type="http://schemas.openxmlformats.org/officeDocument/2006/relationships/tags" Target="../tags/tag258.xml"/><Relationship Id="rId73" Type="http://schemas.openxmlformats.org/officeDocument/2006/relationships/tags" Target="../tags/tag257.xml"/><Relationship Id="rId72" Type="http://schemas.openxmlformats.org/officeDocument/2006/relationships/tags" Target="../tags/tag256.xml"/><Relationship Id="rId71" Type="http://schemas.openxmlformats.org/officeDocument/2006/relationships/tags" Target="../tags/tag255.xml"/><Relationship Id="rId70" Type="http://schemas.openxmlformats.org/officeDocument/2006/relationships/tags" Target="../tags/tag254.xml"/><Relationship Id="rId7" Type="http://schemas.openxmlformats.org/officeDocument/2006/relationships/tags" Target="../tags/tag192.xml"/><Relationship Id="rId69" Type="http://schemas.openxmlformats.org/officeDocument/2006/relationships/tags" Target="../tags/tag253.xml"/><Relationship Id="rId68" Type="http://schemas.openxmlformats.org/officeDocument/2006/relationships/tags" Target="../tags/tag252.xml"/><Relationship Id="rId67" Type="http://schemas.openxmlformats.org/officeDocument/2006/relationships/tags" Target="../tags/tag251.xml"/><Relationship Id="rId66" Type="http://schemas.openxmlformats.org/officeDocument/2006/relationships/tags" Target="../tags/tag250.xml"/><Relationship Id="rId65" Type="http://schemas.openxmlformats.org/officeDocument/2006/relationships/tags" Target="../tags/tag249.xml"/><Relationship Id="rId64" Type="http://schemas.openxmlformats.org/officeDocument/2006/relationships/tags" Target="../tags/tag248.xml"/><Relationship Id="rId63" Type="http://schemas.openxmlformats.org/officeDocument/2006/relationships/tags" Target="../tags/tag247.xml"/><Relationship Id="rId62" Type="http://schemas.openxmlformats.org/officeDocument/2006/relationships/tags" Target="../tags/tag246.xml"/><Relationship Id="rId61" Type="http://schemas.openxmlformats.org/officeDocument/2006/relationships/tags" Target="../tags/tag245.xml"/><Relationship Id="rId60" Type="http://schemas.openxmlformats.org/officeDocument/2006/relationships/tags" Target="../tags/tag244.xml"/><Relationship Id="rId6" Type="http://schemas.openxmlformats.org/officeDocument/2006/relationships/tags" Target="../tags/tag191.xml"/><Relationship Id="rId59" Type="http://schemas.openxmlformats.org/officeDocument/2006/relationships/tags" Target="../tags/tag243.xml"/><Relationship Id="rId58" Type="http://schemas.openxmlformats.org/officeDocument/2006/relationships/tags" Target="../tags/tag242.xml"/><Relationship Id="rId57" Type="http://schemas.openxmlformats.org/officeDocument/2006/relationships/tags" Target="../tags/tag241.xml"/><Relationship Id="rId56" Type="http://schemas.openxmlformats.org/officeDocument/2006/relationships/tags" Target="../tags/tag240.xml"/><Relationship Id="rId55" Type="http://schemas.openxmlformats.org/officeDocument/2006/relationships/tags" Target="../tags/tag239.xml"/><Relationship Id="rId54" Type="http://schemas.openxmlformats.org/officeDocument/2006/relationships/tags" Target="../tags/tag238.xml"/><Relationship Id="rId53" Type="http://schemas.openxmlformats.org/officeDocument/2006/relationships/tags" Target="../tags/tag237.xml"/><Relationship Id="rId52" Type="http://schemas.openxmlformats.org/officeDocument/2006/relationships/tags" Target="../tags/tag236.xml"/><Relationship Id="rId51" Type="http://schemas.openxmlformats.org/officeDocument/2006/relationships/tags" Target="../tags/tag235.xml"/><Relationship Id="rId50" Type="http://schemas.openxmlformats.org/officeDocument/2006/relationships/tags" Target="../tags/tag234.xml"/><Relationship Id="rId5" Type="http://schemas.openxmlformats.org/officeDocument/2006/relationships/tags" Target="../tags/tag190.xml"/><Relationship Id="rId49" Type="http://schemas.openxmlformats.org/officeDocument/2006/relationships/tags" Target="../tags/tag233.xml"/><Relationship Id="rId48" Type="http://schemas.openxmlformats.org/officeDocument/2006/relationships/tags" Target="../tags/tag232.xml"/><Relationship Id="rId47" Type="http://schemas.openxmlformats.org/officeDocument/2006/relationships/tags" Target="../tags/tag231.xml"/><Relationship Id="rId46" Type="http://schemas.openxmlformats.org/officeDocument/2006/relationships/tags" Target="../tags/tag230.xml"/><Relationship Id="rId45" Type="http://schemas.openxmlformats.org/officeDocument/2006/relationships/tags" Target="../tags/tag229.xml"/><Relationship Id="rId44" Type="http://schemas.openxmlformats.org/officeDocument/2006/relationships/tags" Target="../tags/tag228.xml"/><Relationship Id="rId43" Type="http://schemas.openxmlformats.org/officeDocument/2006/relationships/tags" Target="../tags/tag227.xml"/><Relationship Id="rId42" Type="http://schemas.openxmlformats.org/officeDocument/2006/relationships/tags" Target="../tags/tag226.xml"/><Relationship Id="rId41" Type="http://schemas.openxmlformats.org/officeDocument/2006/relationships/tags" Target="../tags/tag225.xml"/><Relationship Id="rId40" Type="http://schemas.openxmlformats.org/officeDocument/2006/relationships/tags" Target="../tags/tag224.xml"/><Relationship Id="rId4" Type="http://schemas.openxmlformats.org/officeDocument/2006/relationships/tags" Target="../tags/tag189.xml"/><Relationship Id="rId39" Type="http://schemas.openxmlformats.org/officeDocument/2006/relationships/tags" Target="../tags/tag223.xml"/><Relationship Id="rId38" Type="http://schemas.openxmlformats.org/officeDocument/2006/relationships/tags" Target="../tags/tag222.xml"/><Relationship Id="rId37" Type="http://schemas.openxmlformats.org/officeDocument/2006/relationships/tags" Target="../tags/tag221.xml"/><Relationship Id="rId36" Type="http://schemas.openxmlformats.org/officeDocument/2006/relationships/tags" Target="../tags/tag220.xml"/><Relationship Id="rId35" Type="http://schemas.openxmlformats.org/officeDocument/2006/relationships/tags" Target="../tags/tag219.xml"/><Relationship Id="rId34" Type="http://schemas.openxmlformats.org/officeDocument/2006/relationships/tags" Target="../tags/tag218.xml"/><Relationship Id="rId33" Type="http://schemas.openxmlformats.org/officeDocument/2006/relationships/tags" Target="../tags/tag217.xml"/><Relationship Id="rId32" Type="http://schemas.openxmlformats.org/officeDocument/2006/relationships/tags" Target="../tags/tag216.xml"/><Relationship Id="rId31" Type="http://schemas.openxmlformats.org/officeDocument/2006/relationships/tags" Target="../tags/tag215.xml"/><Relationship Id="rId30" Type="http://schemas.openxmlformats.org/officeDocument/2006/relationships/tags" Target="../tags/tag214.xml"/><Relationship Id="rId3" Type="http://schemas.openxmlformats.org/officeDocument/2006/relationships/tags" Target="../tags/tag188.xml"/><Relationship Id="rId29" Type="http://schemas.openxmlformats.org/officeDocument/2006/relationships/tags" Target="../tags/tag213.xml"/><Relationship Id="rId28" Type="http://schemas.openxmlformats.org/officeDocument/2006/relationships/tags" Target="../tags/tag212.xml"/><Relationship Id="rId27" Type="http://schemas.openxmlformats.org/officeDocument/2006/relationships/tags" Target="../tags/tag211.xml"/><Relationship Id="rId26" Type="http://schemas.openxmlformats.org/officeDocument/2006/relationships/tags" Target="../tags/tag210.xml"/><Relationship Id="rId25" Type="http://schemas.openxmlformats.org/officeDocument/2006/relationships/tags" Target="../tags/tag209.xml"/><Relationship Id="rId24" Type="http://schemas.openxmlformats.org/officeDocument/2006/relationships/image" Target="../media/image1.png"/><Relationship Id="rId23" Type="http://schemas.openxmlformats.org/officeDocument/2006/relationships/tags" Target="../tags/tag208.xml"/><Relationship Id="rId22" Type="http://schemas.openxmlformats.org/officeDocument/2006/relationships/tags" Target="../tags/tag207.xml"/><Relationship Id="rId21" Type="http://schemas.openxmlformats.org/officeDocument/2006/relationships/tags" Target="../tags/tag206.xml"/><Relationship Id="rId20" Type="http://schemas.openxmlformats.org/officeDocument/2006/relationships/tags" Target="../tags/tag205.xml"/><Relationship Id="rId2" Type="http://schemas.openxmlformats.org/officeDocument/2006/relationships/tags" Target="../tags/tag187.xml"/><Relationship Id="rId19" Type="http://schemas.openxmlformats.org/officeDocument/2006/relationships/tags" Target="../tags/tag204.xml"/><Relationship Id="rId18" Type="http://schemas.openxmlformats.org/officeDocument/2006/relationships/tags" Target="../tags/tag203.xml"/><Relationship Id="rId17" Type="http://schemas.openxmlformats.org/officeDocument/2006/relationships/tags" Target="../tags/tag202.xml"/><Relationship Id="rId16" Type="http://schemas.openxmlformats.org/officeDocument/2006/relationships/tags" Target="../tags/tag201.xml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tags" Target="../tags/tag186.xml"/></Relationships>
</file>

<file path=ppt/slides/_rels/slide5.xml.rels><?xml version="1.0" encoding="UTF-8" standalone="yes"?>
<Relationships xmlns="http://schemas.openxmlformats.org/package/2006/relationships"><Relationship Id="rId90" Type="http://schemas.openxmlformats.org/officeDocument/2006/relationships/slideLayout" Target="../slideLayouts/slideLayout1.xml"/><Relationship Id="rId9" Type="http://schemas.openxmlformats.org/officeDocument/2006/relationships/tags" Target="../tags/tag283.xml"/><Relationship Id="rId89" Type="http://schemas.openxmlformats.org/officeDocument/2006/relationships/tags" Target="../tags/tag362.xml"/><Relationship Id="rId88" Type="http://schemas.openxmlformats.org/officeDocument/2006/relationships/tags" Target="../tags/tag361.xml"/><Relationship Id="rId87" Type="http://schemas.openxmlformats.org/officeDocument/2006/relationships/tags" Target="../tags/tag360.xml"/><Relationship Id="rId86" Type="http://schemas.openxmlformats.org/officeDocument/2006/relationships/tags" Target="../tags/tag359.xml"/><Relationship Id="rId85" Type="http://schemas.openxmlformats.org/officeDocument/2006/relationships/tags" Target="../tags/tag358.xml"/><Relationship Id="rId84" Type="http://schemas.openxmlformats.org/officeDocument/2006/relationships/tags" Target="../tags/tag357.xml"/><Relationship Id="rId83" Type="http://schemas.openxmlformats.org/officeDocument/2006/relationships/tags" Target="../tags/tag356.xml"/><Relationship Id="rId82" Type="http://schemas.openxmlformats.org/officeDocument/2006/relationships/tags" Target="../tags/tag355.xml"/><Relationship Id="rId81" Type="http://schemas.openxmlformats.org/officeDocument/2006/relationships/tags" Target="../tags/tag354.xml"/><Relationship Id="rId80" Type="http://schemas.openxmlformats.org/officeDocument/2006/relationships/tags" Target="../tags/tag353.xml"/><Relationship Id="rId8" Type="http://schemas.openxmlformats.org/officeDocument/2006/relationships/tags" Target="../tags/tag282.xml"/><Relationship Id="rId79" Type="http://schemas.openxmlformats.org/officeDocument/2006/relationships/tags" Target="../tags/tag352.xml"/><Relationship Id="rId78" Type="http://schemas.openxmlformats.org/officeDocument/2006/relationships/tags" Target="../tags/tag351.xml"/><Relationship Id="rId77" Type="http://schemas.openxmlformats.org/officeDocument/2006/relationships/tags" Target="../tags/tag350.xml"/><Relationship Id="rId76" Type="http://schemas.openxmlformats.org/officeDocument/2006/relationships/tags" Target="../tags/tag349.xml"/><Relationship Id="rId75" Type="http://schemas.openxmlformats.org/officeDocument/2006/relationships/tags" Target="../tags/tag348.xml"/><Relationship Id="rId74" Type="http://schemas.openxmlformats.org/officeDocument/2006/relationships/tags" Target="../tags/tag347.xml"/><Relationship Id="rId73" Type="http://schemas.openxmlformats.org/officeDocument/2006/relationships/tags" Target="../tags/tag346.xml"/><Relationship Id="rId72" Type="http://schemas.openxmlformats.org/officeDocument/2006/relationships/tags" Target="../tags/tag345.xml"/><Relationship Id="rId71" Type="http://schemas.openxmlformats.org/officeDocument/2006/relationships/tags" Target="../tags/tag344.xml"/><Relationship Id="rId70" Type="http://schemas.openxmlformats.org/officeDocument/2006/relationships/tags" Target="../tags/tag343.xml"/><Relationship Id="rId7" Type="http://schemas.openxmlformats.org/officeDocument/2006/relationships/tags" Target="../tags/tag281.xml"/><Relationship Id="rId69" Type="http://schemas.openxmlformats.org/officeDocument/2006/relationships/tags" Target="../tags/tag342.xml"/><Relationship Id="rId68" Type="http://schemas.openxmlformats.org/officeDocument/2006/relationships/tags" Target="../tags/tag341.xml"/><Relationship Id="rId67" Type="http://schemas.openxmlformats.org/officeDocument/2006/relationships/tags" Target="../tags/tag340.xml"/><Relationship Id="rId66" Type="http://schemas.openxmlformats.org/officeDocument/2006/relationships/tags" Target="../tags/tag339.xml"/><Relationship Id="rId65" Type="http://schemas.openxmlformats.org/officeDocument/2006/relationships/tags" Target="../tags/tag338.xml"/><Relationship Id="rId64" Type="http://schemas.openxmlformats.org/officeDocument/2006/relationships/tags" Target="../tags/tag337.xml"/><Relationship Id="rId63" Type="http://schemas.openxmlformats.org/officeDocument/2006/relationships/tags" Target="../tags/tag336.xml"/><Relationship Id="rId62" Type="http://schemas.openxmlformats.org/officeDocument/2006/relationships/tags" Target="../tags/tag335.xml"/><Relationship Id="rId61" Type="http://schemas.openxmlformats.org/officeDocument/2006/relationships/tags" Target="../tags/tag334.xml"/><Relationship Id="rId60" Type="http://schemas.openxmlformats.org/officeDocument/2006/relationships/tags" Target="../tags/tag333.xml"/><Relationship Id="rId6" Type="http://schemas.openxmlformats.org/officeDocument/2006/relationships/tags" Target="../tags/tag280.xml"/><Relationship Id="rId59" Type="http://schemas.openxmlformats.org/officeDocument/2006/relationships/tags" Target="../tags/tag332.xml"/><Relationship Id="rId58" Type="http://schemas.openxmlformats.org/officeDocument/2006/relationships/tags" Target="../tags/tag331.xml"/><Relationship Id="rId57" Type="http://schemas.openxmlformats.org/officeDocument/2006/relationships/tags" Target="../tags/tag330.xml"/><Relationship Id="rId56" Type="http://schemas.openxmlformats.org/officeDocument/2006/relationships/tags" Target="../tags/tag329.xml"/><Relationship Id="rId55" Type="http://schemas.openxmlformats.org/officeDocument/2006/relationships/tags" Target="../tags/tag328.xml"/><Relationship Id="rId54" Type="http://schemas.openxmlformats.org/officeDocument/2006/relationships/tags" Target="../tags/tag327.xml"/><Relationship Id="rId53" Type="http://schemas.openxmlformats.org/officeDocument/2006/relationships/tags" Target="../tags/tag326.xml"/><Relationship Id="rId52" Type="http://schemas.openxmlformats.org/officeDocument/2006/relationships/tags" Target="../tags/tag325.xml"/><Relationship Id="rId51" Type="http://schemas.openxmlformats.org/officeDocument/2006/relationships/tags" Target="../tags/tag324.xml"/><Relationship Id="rId50" Type="http://schemas.openxmlformats.org/officeDocument/2006/relationships/tags" Target="../tags/tag323.xml"/><Relationship Id="rId5" Type="http://schemas.openxmlformats.org/officeDocument/2006/relationships/tags" Target="../tags/tag279.xml"/><Relationship Id="rId49" Type="http://schemas.openxmlformats.org/officeDocument/2006/relationships/tags" Target="../tags/tag322.xml"/><Relationship Id="rId48" Type="http://schemas.openxmlformats.org/officeDocument/2006/relationships/tags" Target="../tags/tag321.xml"/><Relationship Id="rId47" Type="http://schemas.openxmlformats.org/officeDocument/2006/relationships/tags" Target="../tags/tag320.xml"/><Relationship Id="rId46" Type="http://schemas.openxmlformats.org/officeDocument/2006/relationships/tags" Target="../tags/tag319.xml"/><Relationship Id="rId45" Type="http://schemas.openxmlformats.org/officeDocument/2006/relationships/tags" Target="../tags/tag318.xml"/><Relationship Id="rId44" Type="http://schemas.openxmlformats.org/officeDocument/2006/relationships/tags" Target="../tags/tag317.xml"/><Relationship Id="rId43" Type="http://schemas.openxmlformats.org/officeDocument/2006/relationships/tags" Target="../tags/tag316.xml"/><Relationship Id="rId42" Type="http://schemas.openxmlformats.org/officeDocument/2006/relationships/tags" Target="../tags/tag315.xml"/><Relationship Id="rId41" Type="http://schemas.openxmlformats.org/officeDocument/2006/relationships/tags" Target="../tags/tag314.xml"/><Relationship Id="rId40" Type="http://schemas.openxmlformats.org/officeDocument/2006/relationships/tags" Target="../tags/tag313.xml"/><Relationship Id="rId4" Type="http://schemas.openxmlformats.org/officeDocument/2006/relationships/tags" Target="../tags/tag278.xml"/><Relationship Id="rId39" Type="http://schemas.openxmlformats.org/officeDocument/2006/relationships/tags" Target="../tags/tag312.xml"/><Relationship Id="rId38" Type="http://schemas.openxmlformats.org/officeDocument/2006/relationships/tags" Target="../tags/tag311.xml"/><Relationship Id="rId37" Type="http://schemas.openxmlformats.org/officeDocument/2006/relationships/tags" Target="../tags/tag310.xml"/><Relationship Id="rId36" Type="http://schemas.openxmlformats.org/officeDocument/2006/relationships/tags" Target="../tags/tag309.xml"/><Relationship Id="rId35" Type="http://schemas.openxmlformats.org/officeDocument/2006/relationships/tags" Target="../tags/tag308.xml"/><Relationship Id="rId34" Type="http://schemas.openxmlformats.org/officeDocument/2006/relationships/tags" Target="../tags/tag307.xml"/><Relationship Id="rId33" Type="http://schemas.openxmlformats.org/officeDocument/2006/relationships/tags" Target="../tags/tag306.xml"/><Relationship Id="rId32" Type="http://schemas.openxmlformats.org/officeDocument/2006/relationships/tags" Target="../tags/tag305.xml"/><Relationship Id="rId31" Type="http://schemas.openxmlformats.org/officeDocument/2006/relationships/tags" Target="../tags/tag304.xml"/><Relationship Id="rId30" Type="http://schemas.openxmlformats.org/officeDocument/2006/relationships/tags" Target="../tags/tag303.xml"/><Relationship Id="rId3" Type="http://schemas.openxmlformats.org/officeDocument/2006/relationships/tags" Target="../tags/tag277.xml"/><Relationship Id="rId29" Type="http://schemas.openxmlformats.org/officeDocument/2006/relationships/tags" Target="../tags/tag302.xml"/><Relationship Id="rId28" Type="http://schemas.openxmlformats.org/officeDocument/2006/relationships/tags" Target="../tags/tag301.xml"/><Relationship Id="rId27" Type="http://schemas.openxmlformats.org/officeDocument/2006/relationships/tags" Target="../tags/tag300.xml"/><Relationship Id="rId26" Type="http://schemas.openxmlformats.org/officeDocument/2006/relationships/tags" Target="../tags/tag299.xml"/><Relationship Id="rId25" Type="http://schemas.openxmlformats.org/officeDocument/2006/relationships/tags" Target="../tags/tag298.xml"/><Relationship Id="rId24" Type="http://schemas.openxmlformats.org/officeDocument/2006/relationships/tags" Target="../tags/tag297.xml"/><Relationship Id="rId23" Type="http://schemas.openxmlformats.org/officeDocument/2006/relationships/image" Target="../media/image1.png"/><Relationship Id="rId22" Type="http://schemas.openxmlformats.org/officeDocument/2006/relationships/tags" Target="../tags/tag296.xml"/><Relationship Id="rId21" Type="http://schemas.openxmlformats.org/officeDocument/2006/relationships/tags" Target="../tags/tag295.xml"/><Relationship Id="rId20" Type="http://schemas.openxmlformats.org/officeDocument/2006/relationships/tags" Target="../tags/tag294.xml"/><Relationship Id="rId2" Type="http://schemas.openxmlformats.org/officeDocument/2006/relationships/tags" Target="../tags/tag276.xml"/><Relationship Id="rId19" Type="http://schemas.openxmlformats.org/officeDocument/2006/relationships/tags" Target="../tags/tag293.xml"/><Relationship Id="rId18" Type="http://schemas.openxmlformats.org/officeDocument/2006/relationships/tags" Target="../tags/tag292.xml"/><Relationship Id="rId17" Type="http://schemas.openxmlformats.org/officeDocument/2006/relationships/tags" Target="../tags/tag291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5.xml"/></Relationships>
</file>

<file path=ppt/slides/_rels/slide6.xml.rels><?xml version="1.0" encoding="UTF-8" standalone="yes"?>
<Relationships xmlns="http://schemas.openxmlformats.org/package/2006/relationships"><Relationship Id="rId90" Type="http://schemas.openxmlformats.org/officeDocument/2006/relationships/slideLayout" Target="../slideLayouts/slideLayout1.xml"/><Relationship Id="rId9" Type="http://schemas.openxmlformats.org/officeDocument/2006/relationships/tags" Target="../tags/tag371.xml"/><Relationship Id="rId89" Type="http://schemas.openxmlformats.org/officeDocument/2006/relationships/tags" Target="../tags/tag450.xml"/><Relationship Id="rId88" Type="http://schemas.openxmlformats.org/officeDocument/2006/relationships/tags" Target="../tags/tag449.xml"/><Relationship Id="rId87" Type="http://schemas.openxmlformats.org/officeDocument/2006/relationships/tags" Target="../tags/tag448.xml"/><Relationship Id="rId86" Type="http://schemas.openxmlformats.org/officeDocument/2006/relationships/tags" Target="../tags/tag447.xml"/><Relationship Id="rId85" Type="http://schemas.openxmlformats.org/officeDocument/2006/relationships/tags" Target="../tags/tag446.xml"/><Relationship Id="rId84" Type="http://schemas.openxmlformats.org/officeDocument/2006/relationships/tags" Target="../tags/tag445.xml"/><Relationship Id="rId83" Type="http://schemas.openxmlformats.org/officeDocument/2006/relationships/tags" Target="../tags/tag444.xml"/><Relationship Id="rId82" Type="http://schemas.openxmlformats.org/officeDocument/2006/relationships/tags" Target="../tags/tag443.xml"/><Relationship Id="rId81" Type="http://schemas.openxmlformats.org/officeDocument/2006/relationships/tags" Target="../tags/tag442.xml"/><Relationship Id="rId80" Type="http://schemas.openxmlformats.org/officeDocument/2006/relationships/tags" Target="../tags/tag441.xml"/><Relationship Id="rId8" Type="http://schemas.openxmlformats.org/officeDocument/2006/relationships/tags" Target="../tags/tag370.xml"/><Relationship Id="rId79" Type="http://schemas.openxmlformats.org/officeDocument/2006/relationships/tags" Target="../tags/tag440.xml"/><Relationship Id="rId78" Type="http://schemas.openxmlformats.org/officeDocument/2006/relationships/tags" Target="../tags/tag439.xml"/><Relationship Id="rId77" Type="http://schemas.openxmlformats.org/officeDocument/2006/relationships/tags" Target="../tags/tag438.xml"/><Relationship Id="rId76" Type="http://schemas.openxmlformats.org/officeDocument/2006/relationships/tags" Target="../tags/tag437.xml"/><Relationship Id="rId75" Type="http://schemas.openxmlformats.org/officeDocument/2006/relationships/tags" Target="../tags/tag436.xml"/><Relationship Id="rId74" Type="http://schemas.openxmlformats.org/officeDocument/2006/relationships/tags" Target="../tags/tag435.xml"/><Relationship Id="rId73" Type="http://schemas.openxmlformats.org/officeDocument/2006/relationships/tags" Target="../tags/tag434.xml"/><Relationship Id="rId72" Type="http://schemas.openxmlformats.org/officeDocument/2006/relationships/tags" Target="../tags/tag433.xml"/><Relationship Id="rId71" Type="http://schemas.openxmlformats.org/officeDocument/2006/relationships/tags" Target="../tags/tag432.xml"/><Relationship Id="rId70" Type="http://schemas.openxmlformats.org/officeDocument/2006/relationships/tags" Target="../tags/tag431.xml"/><Relationship Id="rId7" Type="http://schemas.openxmlformats.org/officeDocument/2006/relationships/tags" Target="../tags/tag369.xml"/><Relationship Id="rId69" Type="http://schemas.openxmlformats.org/officeDocument/2006/relationships/tags" Target="../tags/tag430.xml"/><Relationship Id="rId68" Type="http://schemas.openxmlformats.org/officeDocument/2006/relationships/tags" Target="../tags/tag429.xml"/><Relationship Id="rId67" Type="http://schemas.openxmlformats.org/officeDocument/2006/relationships/tags" Target="../tags/tag428.xml"/><Relationship Id="rId66" Type="http://schemas.openxmlformats.org/officeDocument/2006/relationships/tags" Target="../tags/tag427.xml"/><Relationship Id="rId65" Type="http://schemas.openxmlformats.org/officeDocument/2006/relationships/tags" Target="../tags/tag426.xml"/><Relationship Id="rId64" Type="http://schemas.openxmlformats.org/officeDocument/2006/relationships/tags" Target="../tags/tag425.xml"/><Relationship Id="rId63" Type="http://schemas.openxmlformats.org/officeDocument/2006/relationships/tags" Target="../tags/tag424.xml"/><Relationship Id="rId62" Type="http://schemas.openxmlformats.org/officeDocument/2006/relationships/tags" Target="../tags/tag423.xml"/><Relationship Id="rId61" Type="http://schemas.openxmlformats.org/officeDocument/2006/relationships/tags" Target="../tags/tag422.xml"/><Relationship Id="rId60" Type="http://schemas.openxmlformats.org/officeDocument/2006/relationships/tags" Target="../tags/tag421.xml"/><Relationship Id="rId6" Type="http://schemas.openxmlformats.org/officeDocument/2006/relationships/tags" Target="../tags/tag368.xml"/><Relationship Id="rId59" Type="http://schemas.openxmlformats.org/officeDocument/2006/relationships/tags" Target="../tags/tag420.xml"/><Relationship Id="rId58" Type="http://schemas.openxmlformats.org/officeDocument/2006/relationships/tags" Target="../tags/tag419.xml"/><Relationship Id="rId57" Type="http://schemas.openxmlformats.org/officeDocument/2006/relationships/tags" Target="../tags/tag418.xml"/><Relationship Id="rId56" Type="http://schemas.openxmlformats.org/officeDocument/2006/relationships/tags" Target="../tags/tag417.xml"/><Relationship Id="rId55" Type="http://schemas.openxmlformats.org/officeDocument/2006/relationships/tags" Target="../tags/tag416.xml"/><Relationship Id="rId54" Type="http://schemas.openxmlformats.org/officeDocument/2006/relationships/tags" Target="../tags/tag415.xml"/><Relationship Id="rId53" Type="http://schemas.openxmlformats.org/officeDocument/2006/relationships/tags" Target="../tags/tag414.xml"/><Relationship Id="rId52" Type="http://schemas.openxmlformats.org/officeDocument/2006/relationships/tags" Target="../tags/tag413.xml"/><Relationship Id="rId51" Type="http://schemas.openxmlformats.org/officeDocument/2006/relationships/tags" Target="../tags/tag412.xml"/><Relationship Id="rId50" Type="http://schemas.openxmlformats.org/officeDocument/2006/relationships/tags" Target="../tags/tag411.xml"/><Relationship Id="rId5" Type="http://schemas.openxmlformats.org/officeDocument/2006/relationships/tags" Target="../tags/tag367.xml"/><Relationship Id="rId49" Type="http://schemas.openxmlformats.org/officeDocument/2006/relationships/tags" Target="../tags/tag410.xml"/><Relationship Id="rId48" Type="http://schemas.openxmlformats.org/officeDocument/2006/relationships/tags" Target="../tags/tag409.xml"/><Relationship Id="rId47" Type="http://schemas.openxmlformats.org/officeDocument/2006/relationships/tags" Target="../tags/tag408.xml"/><Relationship Id="rId46" Type="http://schemas.openxmlformats.org/officeDocument/2006/relationships/tags" Target="../tags/tag407.xml"/><Relationship Id="rId45" Type="http://schemas.openxmlformats.org/officeDocument/2006/relationships/tags" Target="../tags/tag406.xml"/><Relationship Id="rId44" Type="http://schemas.openxmlformats.org/officeDocument/2006/relationships/tags" Target="../tags/tag405.xml"/><Relationship Id="rId43" Type="http://schemas.openxmlformats.org/officeDocument/2006/relationships/tags" Target="../tags/tag404.xml"/><Relationship Id="rId42" Type="http://schemas.openxmlformats.org/officeDocument/2006/relationships/tags" Target="../tags/tag403.xml"/><Relationship Id="rId41" Type="http://schemas.openxmlformats.org/officeDocument/2006/relationships/tags" Target="../tags/tag402.xml"/><Relationship Id="rId40" Type="http://schemas.openxmlformats.org/officeDocument/2006/relationships/tags" Target="../tags/tag401.xml"/><Relationship Id="rId4" Type="http://schemas.openxmlformats.org/officeDocument/2006/relationships/tags" Target="../tags/tag366.xml"/><Relationship Id="rId39" Type="http://schemas.openxmlformats.org/officeDocument/2006/relationships/tags" Target="../tags/tag400.xml"/><Relationship Id="rId38" Type="http://schemas.openxmlformats.org/officeDocument/2006/relationships/tags" Target="../tags/tag399.xml"/><Relationship Id="rId37" Type="http://schemas.openxmlformats.org/officeDocument/2006/relationships/tags" Target="../tags/tag398.xml"/><Relationship Id="rId36" Type="http://schemas.openxmlformats.org/officeDocument/2006/relationships/tags" Target="../tags/tag397.xml"/><Relationship Id="rId35" Type="http://schemas.openxmlformats.org/officeDocument/2006/relationships/tags" Target="../tags/tag396.xml"/><Relationship Id="rId34" Type="http://schemas.openxmlformats.org/officeDocument/2006/relationships/tags" Target="../tags/tag395.xml"/><Relationship Id="rId33" Type="http://schemas.openxmlformats.org/officeDocument/2006/relationships/tags" Target="../tags/tag394.xml"/><Relationship Id="rId32" Type="http://schemas.openxmlformats.org/officeDocument/2006/relationships/tags" Target="../tags/tag393.xml"/><Relationship Id="rId31" Type="http://schemas.openxmlformats.org/officeDocument/2006/relationships/tags" Target="../tags/tag392.xml"/><Relationship Id="rId30" Type="http://schemas.openxmlformats.org/officeDocument/2006/relationships/tags" Target="../tags/tag391.xml"/><Relationship Id="rId3" Type="http://schemas.openxmlformats.org/officeDocument/2006/relationships/tags" Target="../tags/tag365.xml"/><Relationship Id="rId29" Type="http://schemas.openxmlformats.org/officeDocument/2006/relationships/tags" Target="../tags/tag390.xml"/><Relationship Id="rId28" Type="http://schemas.openxmlformats.org/officeDocument/2006/relationships/tags" Target="../tags/tag389.xml"/><Relationship Id="rId27" Type="http://schemas.openxmlformats.org/officeDocument/2006/relationships/tags" Target="../tags/tag388.xml"/><Relationship Id="rId26" Type="http://schemas.openxmlformats.org/officeDocument/2006/relationships/tags" Target="../tags/tag387.xml"/><Relationship Id="rId25" Type="http://schemas.openxmlformats.org/officeDocument/2006/relationships/tags" Target="../tags/tag386.xml"/><Relationship Id="rId24" Type="http://schemas.openxmlformats.org/officeDocument/2006/relationships/tags" Target="../tags/tag385.xml"/><Relationship Id="rId23" Type="http://schemas.openxmlformats.org/officeDocument/2006/relationships/image" Target="../media/image1.png"/><Relationship Id="rId22" Type="http://schemas.openxmlformats.org/officeDocument/2006/relationships/tags" Target="../tags/tag384.xml"/><Relationship Id="rId21" Type="http://schemas.openxmlformats.org/officeDocument/2006/relationships/tags" Target="../tags/tag383.xml"/><Relationship Id="rId20" Type="http://schemas.openxmlformats.org/officeDocument/2006/relationships/tags" Target="../tags/tag382.xml"/><Relationship Id="rId2" Type="http://schemas.openxmlformats.org/officeDocument/2006/relationships/tags" Target="../tags/tag364.xml"/><Relationship Id="rId19" Type="http://schemas.openxmlformats.org/officeDocument/2006/relationships/tags" Target="../tags/tag381.xml"/><Relationship Id="rId18" Type="http://schemas.openxmlformats.org/officeDocument/2006/relationships/tags" Target="../tags/tag380.xml"/><Relationship Id="rId17" Type="http://schemas.openxmlformats.org/officeDocument/2006/relationships/tags" Target="../tags/tag379.xml"/><Relationship Id="rId16" Type="http://schemas.openxmlformats.org/officeDocument/2006/relationships/tags" Target="../tags/tag378.xml"/><Relationship Id="rId15" Type="http://schemas.openxmlformats.org/officeDocument/2006/relationships/tags" Target="../tags/tag377.xml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tags" Target="../tags/tag3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" Type="http://schemas.openxmlformats.org/officeDocument/2006/relationships/tags" Target="../tags/tag454.xml"/><Relationship Id="rId3" Type="http://schemas.openxmlformats.org/officeDocument/2006/relationships/tags" Target="../tags/tag45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74.xml"/><Relationship Id="rId23" Type="http://schemas.openxmlformats.org/officeDocument/2006/relationships/tags" Target="../tags/tag473.xml"/><Relationship Id="rId22" Type="http://schemas.openxmlformats.org/officeDocument/2006/relationships/tags" Target="../tags/tag472.xml"/><Relationship Id="rId21" Type="http://schemas.openxmlformats.org/officeDocument/2006/relationships/tags" Target="../tags/tag471.xml"/><Relationship Id="rId20" Type="http://schemas.openxmlformats.org/officeDocument/2006/relationships/tags" Target="../tags/tag470.xml"/><Relationship Id="rId2" Type="http://schemas.openxmlformats.org/officeDocument/2006/relationships/tags" Target="../tags/tag452.xml"/><Relationship Id="rId19" Type="http://schemas.openxmlformats.org/officeDocument/2006/relationships/tags" Target="../tags/tag469.xml"/><Relationship Id="rId18" Type="http://schemas.openxmlformats.org/officeDocument/2006/relationships/tags" Target="../tags/tag468.xml"/><Relationship Id="rId17" Type="http://schemas.openxmlformats.org/officeDocument/2006/relationships/tags" Target="../tags/tag467.xml"/><Relationship Id="rId16" Type="http://schemas.openxmlformats.org/officeDocument/2006/relationships/tags" Target="../tags/tag466.xml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tags" Target="../tags/tag461.xml"/><Relationship Id="rId10" Type="http://schemas.openxmlformats.org/officeDocument/2006/relationships/tags" Target="../tags/tag460.xml"/><Relationship Id="rId1" Type="http://schemas.openxmlformats.org/officeDocument/2006/relationships/tags" Target="../tags/tag45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83.xml"/><Relationship Id="rId8" Type="http://schemas.openxmlformats.org/officeDocument/2006/relationships/tags" Target="../tags/tag482.xml"/><Relationship Id="rId7" Type="http://schemas.openxmlformats.org/officeDocument/2006/relationships/tags" Target="../tags/tag481.xml"/><Relationship Id="rId6" Type="http://schemas.openxmlformats.org/officeDocument/2006/relationships/tags" Target="../tags/tag480.xml"/><Relationship Id="rId5" Type="http://schemas.openxmlformats.org/officeDocument/2006/relationships/tags" Target="../tags/tag479.xml"/><Relationship Id="rId4" Type="http://schemas.openxmlformats.org/officeDocument/2006/relationships/tags" Target="../tags/tag478.xml"/><Relationship Id="rId3" Type="http://schemas.openxmlformats.org/officeDocument/2006/relationships/tags" Target="../tags/tag477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500.xml"/><Relationship Id="rId25" Type="http://schemas.openxmlformats.org/officeDocument/2006/relationships/tags" Target="../tags/tag499.xml"/><Relationship Id="rId24" Type="http://schemas.openxmlformats.org/officeDocument/2006/relationships/tags" Target="../tags/tag498.xml"/><Relationship Id="rId23" Type="http://schemas.openxmlformats.org/officeDocument/2006/relationships/tags" Target="../tags/tag497.xml"/><Relationship Id="rId22" Type="http://schemas.openxmlformats.org/officeDocument/2006/relationships/tags" Target="../tags/tag496.xml"/><Relationship Id="rId21" Type="http://schemas.openxmlformats.org/officeDocument/2006/relationships/tags" Target="../tags/tag495.xml"/><Relationship Id="rId20" Type="http://schemas.openxmlformats.org/officeDocument/2006/relationships/tags" Target="../tags/tag494.xml"/><Relationship Id="rId2" Type="http://schemas.openxmlformats.org/officeDocument/2006/relationships/tags" Target="../tags/tag476.xml"/><Relationship Id="rId19" Type="http://schemas.openxmlformats.org/officeDocument/2006/relationships/tags" Target="../tags/tag493.xml"/><Relationship Id="rId18" Type="http://schemas.openxmlformats.org/officeDocument/2006/relationships/tags" Target="../tags/tag492.xml"/><Relationship Id="rId17" Type="http://schemas.openxmlformats.org/officeDocument/2006/relationships/tags" Target="../tags/tag491.xml"/><Relationship Id="rId16" Type="http://schemas.openxmlformats.org/officeDocument/2006/relationships/tags" Target="../tags/tag490.xml"/><Relationship Id="rId15" Type="http://schemas.openxmlformats.org/officeDocument/2006/relationships/tags" Target="../tags/tag489.xml"/><Relationship Id="rId14" Type="http://schemas.openxmlformats.org/officeDocument/2006/relationships/tags" Target="../tags/tag488.xml"/><Relationship Id="rId13" Type="http://schemas.openxmlformats.org/officeDocument/2006/relationships/tags" Target="../tags/tag487.xml"/><Relationship Id="rId12" Type="http://schemas.openxmlformats.org/officeDocument/2006/relationships/tags" Target="../tags/tag486.xml"/><Relationship Id="rId11" Type="http://schemas.openxmlformats.org/officeDocument/2006/relationships/tags" Target="../tags/tag485.xml"/><Relationship Id="rId10" Type="http://schemas.openxmlformats.org/officeDocument/2006/relationships/tags" Target="../tags/tag484.xml"/><Relationship Id="rId1" Type="http://schemas.openxmlformats.org/officeDocument/2006/relationships/tags" Target="../tags/tag47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09.xml"/><Relationship Id="rId8" Type="http://schemas.openxmlformats.org/officeDocument/2006/relationships/tags" Target="../tags/tag508.xml"/><Relationship Id="rId7" Type="http://schemas.openxmlformats.org/officeDocument/2006/relationships/tags" Target="../tags/tag507.xml"/><Relationship Id="rId6" Type="http://schemas.openxmlformats.org/officeDocument/2006/relationships/tags" Target="../tags/tag506.xml"/><Relationship Id="rId5" Type="http://schemas.openxmlformats.org/officeDocument/2006/relationships/tags" Target="../tags/tag505.xml"/><Relationship Id="rId4" Type="http://schemas.openxmlformats.org/officeDocument/2006/relationships/tags" Target="../tags/tag504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537.xml"/><Relationship Id="rId36" Type="http://schemas.openxmlformats.org/officeDocument/2006/relationships/tags" Target="../tags/tag536.xml"/><Relationship Id="rId35" Type="http://schemas.openxmlformats.org/officeDocument/2006/relationships/tags" Target="../tags/tag535.xml"/><Relationship Id="rId34" Type="http://schemas.openxmlformats.org/officeDocument/2006/relationships/tags" Target="../tags/tag534.xml"/><Relationship Id="rId33" Type="http://schemas.openxmlformats.org/officeDocument/2006/relationships/tags" Target="../tags/tag533.xml"/><Relationship Id="rId32" Type="http://schemas.openxmlformats.org/officeDocument/2006/relationships/tags" Target="../tags/tag532.xml"/><Relationship Id="rId31" Type="http://schemas.openxmlformats.org/officeDocument/2006/relationships/tags" Target="../tags/tag531.xml"/><Relationship Id="rId30" Type="http://schemas.openxmlformats.org/officeDocument/2006/relationships/tags" Target="../tags/tag530.xml"/><Relationship Id="rId3" Type="http://schemas.openxmlformats.org/officeDocument/2006/relationships/tags" Target="../tags/tag503.xml"/><Relationship Id="rId29" Type="http://schemas.openxmlformats.org/officeDocument/2006/relationships/tags" Target="../tags/tag529.xml"/><Relationship Id="rId28" Type="http://schemas.openxmlformats.org/officeDocument/2006/relationships/tags" Target="../tags/tag528.xml"/><Relationship Id="rId27" Type="http://schemas.openxmlformats.org/officeDocument/2006/relationships/tags" Target="../tags/tag527.xml"/><Relationship Id="rId26" Type="http://schemas.openxmlformats.org/officeDocument/2006/relationships/tags" Target="../tags/tag526.xml"/><Relationship Id="rId25" Type="http://schemas.openxmlformats.org/officeDocument/2006/relationships/tags" Target="../tags/tag525.xml"/><Relationship Id="rId24" Type="http://schemas.openxmlformats.org/officeDocument/2006/relationships/tags" Target="../tags/tag524.xml"/><Relationship Id="rId23" Type="http://schemas.openxmlformats.org/officeDocument/2006/relationships/tags" Target="../tags/tag523.xml"/><Relationship Id="rId22" Type="http://schemas.openxmlformats.org/officeDocument/2006/relationships/tags" Target="../tags/tag522.xml"/><Relationship Id="rId21" Type="http://schemas.openxmlformats.org/officeDocument/2006/relationships/tags" Target="../tags/tag521.xml"/><Relationship Id="rId20" Type="http://schemas.openxmlformats.org/officeDocument/2006/relationships/tags" Target="../tags/tag520.xml"/><Relationship Id="rId2" Type="http://schemas.openxmlformats.org/officeDocument/2006/relationships/tags" Target="../tags/tag502.xml"/><Relationship Id="rId19" Type="http://schemas.openxmlformats.org/officeDocument/2006/relationships/tags" Target="../tags/tag519.xml"/><Relationship Id="rId18" Type="http://schemas.openxmlformats.org/officeDocument/2006/relationships/tags" Target="../tags/tag518.xml"/><Relationship Id="rId17" Type="http://schemas.openxmlformats.org/officeDocument/2006/relationships/tags" Target="../tags/tag517.xml"/><Relationship Id="rId16" Type="http://schemas.openxmlformats.org/officeDocument/2006/relationships/tags" Target="../tags/tag516.xml"/><Relationship Id="rId15" Type="http://schemas.openxmlformats.org/officeDocument/2006/relationships/tags" Target="../tags/tag515.xml"/><Relationship Id="rId14" Type="http://schemas.openxmlformats.org/officeDocument/2006/relationships/tags" Target="../tags/tag514.xml"/><Relationship Id="rId13" Type="http://schemas.openxmlformats.org/officeDocument/2006/relationships/tags" Target="../tags/tag513.xml"/><Relationship Id="rId12" Type="http://schemas.openxmlformats.org/officeDocument/2006/relationships/tags" Target="../tags/tag512.xml"/><Relationship Id="rId11" Type="http://schemas.openxmlformats.org/officeDocument/2006/relationships/tags" Target="../tags/tag511.xml"/><Relationship Id="rId10" Type="http://schemas.openxmlformats.org/officeDocument/2006/relationships/tags" Target="../tags/tag510.xml"/><Relationship Id="rId1" Type="http://schemas.openxmlformats.org/officeDocument/2006/relationships/tags" Target="../tags/tag50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tags" Target="../tags/tag545.xml"/><Relationship Id="rId7" Type="http://schemas.openxmlformats.org/officeDocument/2006/relationships/tags" Target="../tags/tag544.xml"/><Relationship Id="rId6" Type="http://schemas.openxmlformats.org/officeDocument/2006/relationships/tags" Target="../tags/tag543.xml"/><Relationship Id="rId5" Type="http://schemas.openxmlformats.org/officeDocument/2006/relationships/tags" Target="../tags/tag542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578.xml"/><Relationship Id="rId40" Type="http://schemas.openxmlformats.org/officeDocument/2006/relationships/tags" Target="../tags/tag577.xml"/><Relationship Id="rId4" Type="http://schemas.openxmlformats.org/officeDocument/2006/relationships/tags" Target="../tags/tag541.xml"/><Relationship Id="rId39" Type="http://schemas.openxmlformats.org/officeDocument/2006/relationships/tags" Target="../tags/tag576.xml"/><Relationship Id="rId38" Type="http://schemas.openxmlformats.org/officeDocument/2006/relationships/tags" Target="../tags/tag575.xml"/><Relationship Id="rId37" Type="http://schemas.openxmlformats.org/officeDocument/2006/relationships/tags" Target="../tags/tag574.xml"/><Relationship Id="rId36" Type="http://schemas.openxmlformats.org/officeDocument/2006/relationships/tags" Target="../tags/tag573.xml"/><Relationship Id="rId35" Type="http://schemas.openxmlformats.org/officeDocument/2006/relationships/tags" Target="../tags/tag572.xml"/><Relationship Id="rId34" Type="http://schemas.openxmlformats.org/officeDocument/2006/relationships/tags" Target="../tags/tag571.xml"/><Relationship Id="rId33" Type="http://schemas.openxmlformats.org/officeDocument/2006/relationships/tags" Target="../tags/tag570.xml"/><Relationship Id="rId32" Type="http://schemas.openxmlformats.org/officeDocument/2006/relationships/tags" Target="../tags/tag569.xml"/><Relationship Id="rId31" Type="http://schemas.openxmlformats.org/officeDocument/2006/relationships/tags" Target="../tags/tag568.xml"/><Relationship Id="rId30" Type="http://schemas.openxmlformats.org/officeDocument/2006/relationships/tags" Target="../tags/tag567.xml"/><Relationship Id="rId3" Type="http://schemas.openxmlformats.org/officeDocument/2006/relationships/tags" Target="../tags/tag540.xml"/><Relationship Id="rId29" Type="http://schemas.openxmlformats.org/officeDocument/2006/relationships/tags" Target="../tags/tag566.xml"/><Relationship Id="rId28" Type="http://schemas.openxmlformats.org/officeDocument/2006/relationships/tags" Target="../tags/tag565.xml"/><Relationship Id="rId27" Type="http://schemas.openxmlformats.org/officeDocument/2006/relationships/tags" Target="../tags/tag564.xml"/><Relationship Id="rId26" Type="http://schemas.openxmlformats.org/officeDocument/2006/relationships/tags" Target="../tags/tag563.xml"/><Relationship Id="rId25" Type="http://schemas.openxmlformats.org/officeDocument/2006/relationships/tags" Target="../tags/tag562.xml"/><Relationship Id="rId24" Type="http://schemas.openxmlformats.org/officeDocument/2006/relationships/tags" Target="../tags/tag561.xml"/><Relationship Id="rId23" Type="http://schemas.openxmlformats.org/officeDocument/2006/relationships/tags" Target="../tags/tag560.xml"/><Relationship Id="rId22" Type="http://schemas.openxmlformats.org/officeDocument/2006/relationships/tags" Target="../tags/tag559.xml"/><Relationship Id="rId21" Type="http://schemas.openxmlformats.org/officeDocument/2006/relationships/tags" Target="../tags/tag558.xml"/><Relationship Id="rId20" Type="http://schemas.openxmlformats.org/officeDocument/2006/relationships/tags" Target="../tags/tag557.xml"/><Relationship Id="rId2" Type="http://schemas.openxmlformats.org/officeDocument/2006/relationships/tags" Target="../tags/tag539.xml"/><Relationship Id="rId19" Type="http://schemas.openxmlformats.org/officeDocument/2006/relationships/tags" Target="../tags/tag556.xml"/><Relationship Id="rId18" Type="http://schemas.openxmlformats.org/officeDocument/2006/relationships/tags" Target="../tags/tag555.xml"/><Relationship Id="rId17" Type="http://schemas.openxmlformats.org/officeDocument/2006/relationships/tags" Target="../tags/tag554.xml"/><Relationship Id="rId16" Type="http://schemas.openxmlformats.org/officeDocument/2006/relationships/tags" Target="../tags/tag553.xml"/><Relationship Id="rId15" Type="http://schemas.openxmlformats.org/officeDocument/2006/relationships/tags" Target="../tags/tag552.xml"/><Relationship Id="rId14" Type="http://schemas.openxmlformats.org/officeDocument/2006/relationships/tags" Target="../tags/tag551.xml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tags" Target="../tags/tag547.xml"/><Relationship Id="rId1" Type="http://schemas.openxmlformats.org/officeDocument/2006/relationships/tags" Target="../tags/tag53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87.xml"/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620.xml"/><Relationship Id="rId41" Type="http://schemas.openxmlformats.org/officeDocument/2006/relationships/tags" Target="../tags/tag619.xml"/><Relationship Id="rId40" Type="http://schemas.openxmlformats.org/officeDocument/2006/relationships/tags" Target="../tags/tag618.xml"/><Relationship Id="rId4" Type="http://schemas.openxmlformats.org/officeDocument/2006/relationships/tags" Target="../tags/tag582.xml"/><Relationship Id="rId39" Type="http://schemas.openxmlformats.org/officeDocument/2006/relationships/tags" Target="../tags/tag617.xml"/><Relationship Id="rId38" Type="http://schemas.openxmlformats.org/officeDocument/2006/relationships/tags" Target="../tags/tag616.xml"/><Relationship Id="rId37" Type="http://schemas.openxmlformats.org/officeDocument/2006/relationships/tags" Target="../tags/tag615.xml"/><Relationship Id="rId36" Type="http://schemas.openxmlformats.org/officeDocument/2006/relationships/tags" Target="../tags/tag614.xml"/><Relationship Id="rId35" Type="http://schemas.openxmlformats.org/officeDocument/2006/relationships/tags" Target="../tags/tag613.xml"/><Relationship Id="rId34" Type="http://schemas.openxmlformats.org/officeDocument/2006/relationships/tags" Target="../tags/tag612.xml"/><Relationship Id="rId33" Type="http://schemas.openxmlformats.org/officeDocument/2006/relationships/tags" Target="../tags/tag611.xml"/><Relationship Id="rId32" Type="http://schemas.openxmlformats.org/officeDocument/2006/relationships/tags" Target="../tags/tag610.xml"/><Relationship Id="rId31" Type="http://schemas.openxmlformats.org/officeDocument/2006/relationships/tags" Target="../tags/tag609.xml"/><Relationship Id="rId30" Type="http://schemas.openxmlformats.org/officeDocument/2006/relationships/tags" Target="../tags/tag608.xml"/><Relationship Id="rId3" Type="http://schemas.openxmlformats.org/officeDocument/2006/relationships/tags" Target="../tags/tag581.xml"/><Relationship Id="rId29" Type="http://schemas.openxmlformats.org/officeDocument/2006/relationships/tags" Target="../tags/tag607.xml"/><Relationship Id="rId28" Type="http://schemas.openxmlformats.org/officeDocument/2006/relationships/tags" Target="../tags/tag606.xml"/><Relationship Id="rId27" Type="http://schemas.openxmlformats.org/officeDocument/2006/relationships/tags" Target="../tags/tag605.xml"/><Relationship Id="rId26" Type="http://schemas.openxmlformats.org/officeDocument/2006/relationships/tags" Target="../tags/tag604.xml"/><Relationship Id="rId25" Type="http://schemas.openxmlformats.org/officeDocument/2006/relationships/tags" Target="../tags/tag603.xml"/><Relationship Id="rId24" Type="http://schemas.openxmlformats.org/officeDocument/2006/relationships/tags" Target="../tags/tag602.xml"/><Relationship Id="rId23" Type="http://schemas.openxmlformats.org/officeDocument/2006/relationships/tags" Target="../tags/tag601.xml"/><Relationship Id="rId22" Type="http://schemas.openxmlformats.org/officeDocument/2006/relationships/tags" Target="../tags/tag600.xml"/><Relationship Id="rId21" Type="http://schemas.openxmlformats.org/officeDocument/2006/relationships/tags" Target="../tags/tag599.xml"/><Relationship Id="rId20" Type="http://schemas.openxmlformats.org/officeDocument/2006/relationships/tags" Target="../tags/tag598.xml"/><Relationship Id="rId2" Type="http://schemas.openxmlformats.org/officeDocument/2006/relationships/tags" Target="../tags/tag580.xml"/><Relationship Id="rId19" Type="http://schemas.openxmlformats.org/officeDocument/2006/relationships/tags" Target="../tags/tag597.xml"/><Relationship Id="rId18" Type="http://schemas.openxmlformats.org/officeDocument/2006/relationships/tags" Target="../tags/tag596.xml"/><Relationship Id="rId17" Type="http://schemas.openxmlformats.org/officeDocument/2006/relationships/tags" Target="../tags/tag595.xml"/><Relationship Id="rId16" Type="http://schemas.openxmlformats.org/officeDocument/2006/relationships/tags" Target="../tags/tag594.xml"/><Relationship Id="rId15" Type="http://schemas.openxmlformats.org/officeDocument/2006/relationships/tags" Target="../tags/tag593.xml"/><Relationship Id="rId14" Type="http://schemas.openxmlformats.org/officeDocument/2006/relationships/tags" Target="../tags/tag592.xml"/><Relationship Id="rId13" Type="http://schemas.openxmlformats.org/officeDocument/2006/relationships/tags" Target="../tags/tag591.xml"/><Relationship Id="rId12" Type="http://schemas.openxmlformats.org/officeDocument/2006/relationships/tags" Target="../tags/tag590.xml"/><Relationship Id="rId11" Type="http://schemas.openxmlformats.org/officeDocument/2006/relationships/tags" Target="../tags/tag589.xml"/><Relationship Id="rId10" Type="http://schemas.openxmlformats.org/officeDocument/2006/relationships/tags" Target="../tags/tag588.xml"/><Relationship Id="rId1" Type="http://schemas.openxmlformats.org/officeDocument/2006/relationships/tags" Target="../tags/tag57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29.xml"/><Relationship Id="rId8" Type="http://schemas.openxmlformats.org/officeDocument/2006/relationships/tags" Target="../tags/tag628.xml"/><Relationship Id="rId7" Type="http://schemas.openxmlformats.org/officeDocument/2006/relationships/tags" Target="../tags/tag627.xml"/><Relationship Id="rId6" Type="http://schemas.openxmlformats.org/officeDocument/2006/relationships/tags" Target="../tags/tag626.xml"/><Relationship Id="rId5" Type="http://schemas.openxmlformats.org/officeDocument/2006/relationships/tags" Target="../tags/tag625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660.xml"/><Relationship Id="rId4" Type="http://schemas.openxmlformats.org/officeDocument/2006/relationships/tags" Target="../tags/tag624.xml"/><Relationship Id="rId39" Type="http://schemas.openxmlformats.org/officeDocument/2006/relationships/tags" Target="../tags/tag659.xml"/><Relationship Id="rId38" Type="http://schemas.openxmlformats.org/officeDocument/2006/relationships/tags" Target="../tags/tag658.xml"/><Relationship Id="rId37" Type="http://schemas.openxmlformats.org/officeDocument/2006/relationships/tags" Target="../tags/tag657.xml"/><Relationship Id="rId36" Type="http://schemas.openxmlformats.org/officeDocument/2006/relationships/tags" Target="../tags/tag656.xml"/><Relationship Id="rId35" Type="http://schemas.openxmlformats.org/officeDocument/2006/relationships/tags" Target="../tags/tag655.xml"/><Relationship Id="rId34" Type="http://schemas.openxmlformats.org/officeDocument/2006/relationships/tags" Target="../tags/tag654.xml"/><Relationship Id="rId33" Type="http://schemas.openxmlformats.org/officeDocument/2006/relationships/tags" Target="../tags/tag653.xml"/><Relationship Id="rId32" Type="http://schemas.openxmlformats.org/officeDocument/2006/relationships/tags" Target="../tags/tag652.xml"/><Relationship Id="rId31" Type="http://schemas.openxmlformats.org/officeDocument/2006/relationships/tags" Target="../tags/tag651.xml"/><Relationship Id="rId30" Type="http://schemas.openxmlformats.org/officeDocument/2006/relationships/tags" Target="../tags/tag650.xml"/><Relationship Id="rId3" Type="http://schemas.openxmlformats.org/officeDocument/2006/relationships/tags" Target="../tags/tag623.xml"/><Relationship Id="rId29" Type="http://schemas.openxmlformats.org/officeDocument/2006/relationships/tags" Target="../tags/tag649.xml"/><Relationship Id="rId28" Type="http://schemas.openxmlformats.org/officeDocument/2006/relationships/tags" Target="../tags/tag648.xml"/><Relationship Id="rId27" Type="http://schemas.openxmlformats.org/officeDocument/2006/relationships/tags" Target="../tags/tag647.xml"/><Relationship Id="rId26" Type="http://schemas.openxmlformats.org/officeDocument/2006/relationships/tags" Target="../tags/tag646.xml"/><Relationship Id="rId25" Type="http://schemas.openxmlformats.org/officeDocument/2006/relationships/tags" Target="../tags/tag645.xml"/><Relationship Id="rId24" Type="http://schemas.openxmlformats.org/officeDocument/2006/relationships/tags" Target="../tags/tag644.xml"/><Relationship Id="rId23" Type="http://schemas.openxmlformats.org/officeDocument/2006/relationships/tags" Target="../tags/tag643.xml"/><Relationship Id="rId22" Type="http://schemas.openxmlformats.org/officeDocument/2006/relationships/tags" Target="../tags/tag642.xml"/><Relationship Id="rId21" Type="http://schemas.openxmlformats.org/officeDocument/2006/relationships/tags" Target="../tags/tag641.xml"/><Relationship Id="rId20" Type="http://schemas.openxmlformats.org/officeDocument/2006/relationships/tags" Target="../tags/tag640.xml"/><Relationship Id="rId2" Type="http://schemas.openxmlformats.org/officeDocument/2006/relationships/tags" Target="../tags/tag622.xml"/><Relationship Id="rId19" Type="http://schemas.openxmlformats.org/officeDocument/2006/relationships/tags" Target="../tags/tag639.xml"/><Relationship Id="rId18" Type="http://schemas.openxmlformats.org/officeDocument/2006/relationships/tags" Target="../tags/tag638.xml"/><Relationship Id="rId17" Type="http://schemas.openxmlformats.org/officeDocument/2006/relationships/tags" Target="../tags/tag637.xml"/><Relationship Id="rId16" Type="http://schemas.openxmlformats.org/officeDocument/2006/relationships/tags" Target="../tags/tag636.xml"/><Relationship Id="rId15" Type="http://schemas.openxmlformats.org/officeDocument/2006/relationships/tags" Target="../tags/tag635.xml"/><Relationship Id="rId14" Type="http://schemas.openxmlformats.org/officeDocument/2006/relationships/tags" Target="../tags/tag634.xml"/><Relationship Id="rId13" Type="http://schemas.openxmlformats.org/officeDocument/2006/relationships/tags" Target="../tags/tag633.xml"/><Relationship Id="rId12" Type="http://schemas.openxmlformats.org/officeDocument/2006/relationships/tags" Target="../tags/tag632.xml"/><Relationship Id="rId11" Type="http://schemas.openxmlformats.org/officeDocument/2006/relationships/tags" Target="../tags/tag631.xml"/><Relationship Id="rId10" Type="http://schemas.openxmlformats.org/officeDocument/2006/relationships/tags" Target="../tags/tag630.xml"/><Relationship Id="rId1" Type="http://schemas.openxmlformats.org/officeDocument/2006/relationships/tags" Target="../tags/tag62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69.xml"/><Relationship Id="rId8" Type="http://schemas.openxmlformats.org/officeDocument/2006/relationships/tags" Target="../tags/tag668.xml"/><Relationship Id="rId7" Type="http://schemas.openxmlformats.org/officeDocument/2006/relationships/tags" Target="../tags/tag667.xml"/><Relationship Id="rId6" Type="http://schemas.openxmlformats.org/officeDocument/2006/relationships/tags" Target="../tags/tag666.xml"/><Relationship Id="rId5" Type="http://schemas.openxmlformats.org/officeDocument/2006/relationships/tags" Target="../tags/tag665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702.xml"/><Relationship Id="rId41" Type="http://schemas.openxmlformats.org/officeDocument/2006/relationships/tags" Target="../tags/tag701.xml"/><Relationship Id="rId40" Type="http://schemas.openxmlformats.org/officeDocument/2006/relationships/tags" Target="../tags/tag700.xml"/><Relationship Id="rId4" Type="http://schemas.openxmlformats.org/officeDocument/2006/relationships/tags" Target="../tags/tag664.xml"/><Relationship Id="rId39" Type="http://schemas.openxmlformats.org/officeDocument/2006/relationships/tags" Target="../tags/tag699.xml"/><Relationship Id="rId38" Type="http://schemas.openxmlformats.org/officeDocument/2006/relationships/tags" Target="../tags/tag698.xml"/><Relationship Id="rId37" Type="http://schemas.openxmlformats.org/officeDocument/2006/relationships/tags" Target="../tags/tag697.xml"/><Relationship Id="rId36" Type="http://schemas.openxmlformats.org/officeDocument/2006/relationships/tags" Target="../tags/tag696.xml"/><Relationship Id="rId35" Type="http://schemas.openxmlformats.org/officeDocument/2006/relationships/tags" Target="../tags/tag695.xml"/><Relationship Id="rId34" Type="http://schemas.openxmlformats.org/officeDocument/2006/relationships/tags" Target="../tags/tag694.xml"/><Relationship Id="rId33" Type="http://schemas.openxmlformats.org/officeDocument/2006/relationships/tags" Target="../tags/tag693.xml"/><Relationship Id="rId32" Type="http://schemas.openxmlformats.org/officeDocument/2006/relationships/tags" Target="../tags/tag692.xml"/><Relationship Id="rId31" Type="http://schemas.openxmlformats.org/officeDocument/2006/relationships/tags" Target="../tags/tag691.xml"/><Relationship Id="rId30" Type="http://schemas.openxmlformats.org/officeDocument/2006/relationships/tags" Target="../tags/tag690.xml"/><Relationship Id="rId3" Type="http://schemas.openxmlformats.org/officeDocument/2006/relationships/tags" Target="../tags/tag663.xml"/><Relationship Id="rId29" Type="http://schemas.openxmlformats.org/officeDocument/2006/relationships/tags" Target="../tags/tag689.xml"/><Relationship Id="rId28" Type="http://schemas.openxmlformats.org/officeDocument/2006/relationships/tags" Target="../tags/tag688.xml"/><Relationship Id="rId27" Type="http://schemas.openxmlformats.org/officeDocument/2006/relationships/tags" Target="../tags/tag687.xml"/><Relationship Id="rId26" Type="http://schemas.openxmlformats.org/officeDocument/2006/relationships/tags" Target="../tags/tag686.xml"/><Relationship Id="rId25" Type="http://schemas.openxmlformats.org/officeDocument/2006/relationships/tags" Target="../tags/tag685.xml"/><Relationship Id="rId24" Type="http://schemas.openxmlformats.org/officeDocument/2006/relationships/tags" Target="../tags/tag684.xml"/><Relationship Id="rId23" Type="http://schemas.openxmlformats.org/officeDocument/2006/relationships/tags" Target="../tags/tag683.xml"/><Relationship Id="rId22" Type="http://schemas.openxmlformats.org/officeDocument/2006/relationships/tags" Target="../tags/tag682.xml"/><Relationship Id="rId21" Type="http://schemas.openxmlformats.org/officeDocument/2006/relationships/tags" Target="../tags/tag681.xml"/><Relationship Id="rId20" Type="http://schemas.openxmlformats.org/officeDocument/2006/relationships/tags" Target="../tags/tag680.xml"/><Relationship Id="rId2" Type="http://schemas.openxmlformats.org/officeDocument/2006/relationships/tags" Target="../tags/tag662.xml"/><Relationship Id="rId19" Type="http://schemas.openxmlformats.org/officeDocument/2006/relationships/tags" Target="../tags/tag679.xml"/><Relationship Id="rId18" Type="http://schemas.openxmlformats.org/officeDocument/2006/relationships/tags" Target="../tags/tag678.xml"/><Relationship Id="rId17" Type="http://schemas.openxmlformats.org/officeDocument/2006/relationships/tags" Target="../tags/tag677.xml"/><Relationship Id="rId16" Type="http://schemas.openxmlformats.org/officeDocument/2006/relationships/tags" Target="../tags/tag676.xml"/><Relationship Id="rId15" Type="http://schemas.openxmlformats.org/officeDocument/2006/relationships/tags" Target="../tags/tag675.xml"/><Relationship Id="rId14" Type="http://schemas.openxmlformats.org/officeDocument/2006/relationships/tags" Target="../tags/tag674.xml"/><Relationship Id="rId13" Type="http://schemas.openxmlformats.org/officeDocument/2006/relationships/tags" Target="../tags/tag673.xml"/><Relationship Id="rId12" Type="http://schemas.openxmlformats.org/officeDocument/2006/relationships/tags" Target="../tags/tag672.xml"/><Relationship Id="rId11" Type="http://schemas.openxmlformats.org/officeDocument/2006/relationships/tags" Target="../tags/tag671.xml"/><Relationship Id="rId10" Type="http://schemas.openxmlformats.org/officeDocument/2006/relationships/tags" Target="../tags/tag670.xml"/><Relationship Id="rId1" Type="http://schemas.openxmlformats.org/officeDocument/2006/relationships/tags" Target="../tags/tag66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11.xml"/><Relationship Id="rId8" Type="http://schemas.openxmlformats.org/officeDocument/2006/relationships/tags" Target="../tags/tag710.xml"/><Relationship Id="rId7" Type="http://schemas.openxmlformats.org/officeDocument/2006/relationships/tags" Target="../tags/tag709.xml"/><Relationship Id="rId6" Type="http://schemas.openxmlformats.org/officeDocument/2006/relationships/tags" Target="../tags/tag708.xml"/><Relationship Id="rId5" Type="http://schemas.openxmlformats.org/officeDocument/2006/relationships/tags" Target="../tags/tag707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745.xml"/><Relationship Id="rId42" Type="http://schemas.openxmlformats.org/officeDocument/2006/relationships/tags" Target="../tags/tag744.xml"/><Relationship Id="rId41" Type="http://schemas.openxmlformats.org/officeDocument/2006/relationships/tags" Target="../tags/tag743.xml"/><Relationship Id="rId40" Type="http://schemas.openxmlformats.org/officeDocument/2006/relationships/tags" Target="../tags/tag742.xml"/><Relationship Id="rId4" Type="http://schemas.openxmlformats.org/officeDocument/2006/relationships/tags" Target="../tags/tag706.xml"/><Relationship Id="rId39" Type="http://schemas.openxmlformats.org/officeDocument/2006/relationships/tags" Target="../tags/tag741.xml"/><Relationship Id="rId38" Type="http://schemas.openxmlformats.org/officeDocument/2006/relationships/tags" Target="../tags/tag740.xml"/><Relationship Id="rId37" Type="http://schemas.openxmlformats.org/officeDocument/2006/relationships/tags" Target="../tags/tag739.xml"/><Relationship Id="rId36" Type="http://schemas.openxmlformats.org/officeDocument/2006/relationships/tags" Target="../tags/tag738.xml"/><Relationship Id="rId35" Type="http://schemas.openxmlformats.org/officeDocument/2006/relationships/tags" Target="../tags/tag737.xml"/><Relationship Id="rId34" Type="http://schemas.openxmlformats.org/officeDocument/2006/relationships/tags" Target="../tags/tag736.xml"/><Relationship Id="rId33" Type="http://schemas.openxmlformats.org/officeDocument/2006/relationships/tags" Target="../tags/tag735.xml"/><Relationship Id="rId32" Type="http://schemas.openxmlformats.org/officeDocument/2006/relationships/tags" Target="../tags/tag734.xml"/><Relationship Id="rId31" Type="http://schemas.openxmlformats.org/officeDocument/2006/relationships/tags" Target="../tags/tag733.xml"/><Relationship Id="rId30" Type="http://schemas.openxmlformats.org/officeDocument/2006/relationships/tags" Target="../tags/tag732.xml"/><Relationship Id="rId3" Type="http://schemas.openxmlformats.org/officeDocument/2006/relationships/tags" Target="../tags/tag705.xml"/><Relationship Id="rId29" Type="http://schemas.openxmlformats.org/officeDocument/2006/relationships/tags" Target="../tags/tag731.xml"/><Relationship Id="rId28" Type="http://schemas.openxmlformats.org/officeDocument/2006/relationships/tags" Target="../tags/tag730.xml"/><Relationship Id="rId27" Type="http://schemas.openxmlformats.org/officeDocument/2006/relationships/tags" Target="../tags/tag729.xml"/><Relationship Id="rId26" Type="http://schemas.openxmlformats.org/officeDocument/2006/relationships/tags" Target="../tags/tag728.xml"/><Relationship Id="rId25" Type="http://schemas.openxmlformats.org/officeDocument/2006/relationships/tags" Target="../tags/tag727.xml"/><Relationship Id="rId24" Type="http://schemas.openxmlformats.org/officeDocument/2006/relationships/tags" Target="../tags/tag726.xml"/><Relationship Id="rId23" Type="http://schemas.openxmlformats.org/officeDocument/2006/relationships/tags" Target="../tags/tag725.xml"/><Relationship Id="rId22" Type="http://schemas.openxmlformats.org/officeDocument/2006/relationships/tags" Target="../tags/tag724.xml"/><Relationship Id="rId21" Type="http://schemas.openxmlformats.org/officeDocument/2006/relationships/tags" Target="../tags/tag723.xml"/><Relationship Id="rId20" Type="http://schemas.openxmlformats.org/officeDocument/2006/relationships/tags" Target="../tags/tag722.xml"/><Relationship Id="rId2" Type="http://schemas.openxmlformats.org/officeDocument/2006/relationships/tags" Target="../tags/tag704.xml"/><Relationship Id="rId19" Type="http://schemas.openxmlformats.org/officeDocument/2006/relationships/tags" Target="../tags/tag721.xml"/><Relationship Id="rId18" Type="http://schemas.openxmlformats.org/officeDocument/2006/relationships/tags" Target="../tags/tag720.xml"/><Relationship Id="rId17" Type="http://schemas.openxmlformats.org/officeDocument/2006/relationships/tags" Target="../tags/tag719.xml"/><Relationship Id="rId16" Type="http://schemas.openxmlformats.org/officeDocument/2006/relationships/tags" Target="../tags/tag718.xml"/><Relationship Id="rId15" Type="http://schemas.openxmlformats.org/officeDocument/2006/relationships/tags" Target="../tags/tag717.xml"/><Relationship Id="rId14" Type="http://schemas.openxmlformats.org/officeDocument/2006/relationships/tags" Target="../tags/tag716.xml"/><Relationship Id="rId13" Type="http://schemas.openxmlformats.org/officeDocument/2006/relationships/tags" Target="../tags/tag715.xml"/><Relationship Id="rId12" Type="http://schemas.openxmlformats.org/officeDocument/2006/relationships/tags" Target="../tags/tag714.xml"/><Relationship Id="rId11" Type="http://schemas.openxmlformats.org/officeDocument/2006/relationships/tags" Target="../tags/tag713.xml"/><Relationship Id="rId10" Type="http://schemas.openxmlformats.org/officeDocument/2006/relationships/tags" Target="../tags/tag712.xml"/><Relationship Id="rId1" Type="http://schemas.openxmlformats.org/officeDocument/2006/relationships/tags" Target="../tags/tag70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54.xml"/><Relationship Id="rId8" Type="http://schemas.openxmlformats.org/officeDocument/2006/relationships/tags" Target="../tags/tag753.xml"/><Relationship Id="rId7" Type="http://schemas.openxmlformats.org/officeDocument/2006/relationships/tags" Target="../tags/tag752.xml"/><Relationship Id="rId6" Type="http://schemas.openxmlformats.org/officeDocument/2006/relationships/tags" Target="../tags/tag751.xml"/><Relationship Id="rId5" Type="http://schemas.openxmlformats.org/officeDocument/2006/relationships/tags" Target="../tags/tag750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786.xml"/><Relationship Id="rId40" Type="http://schemas.openxmlformats.org/officeDocument/2006/relationships/tags" Target="../tags/tag785.xml"/><Relationship Id="rId4" Type="http://schemas.openxmlformats.org/officeDocument/2006/relationships/tags" Target="../tags/tag749.xml"/><Relationship Id="rId39" Type="http://schemas.openxmlformats.org/officeDocument/2006/relationships/tags" Target="../tags/tag784.xml"/><Relationship Id="rId38" Type="http://schemas.openxmlformats.org/officeDocument/2006/relationships/tags" Target="../tags/tag783.xml"/><Relationship Id="rId37" Type="http://schemas.openxmlformats.org/officeDocument/2006/relationships/tags" Target="../tags/tag782.xml"/><Relationship Id="rId36" Type="http://schemas.openxmlformats.org/officeDocument/2006/relationships/tags" Target="../tags/tag781.xml"/><Relationship Id="rId35" Type="http://schemas.openxmlformats.org/officeDocument/2006/relationships/tags" Target="../tags/tag780.xml"/><Relationship Id="rId34" Type="http://schemas.openxmlformats.org/officeDocument/2006/relationships/tags" Target="../tags/tag779.xml"/><Relationship Id="rId33" Type="http://schemas.openxmlformats.org/officeDocument/2006/relationships/tags" Target="../tags/tag778.xml"/><Relationship Id="rId32" Type="http://schemas.openxmlformats.org/officeDocument/2006/relationships/tags" Target="../tags/tag777.xml"/><Relationship Id="rId31" Type="http://schemas.openxmlformats.org/officeDocument/2006/relationships/tags" Target="../tags/tag776.xml"/><Relationship Id="rId30" Type="http://schemas.openxmlformats.org/officeDocument/2006/relationships/tags" Target="../tags/tag775.xml"/><Relationship Id="rId3" Type="http://schemas.openxmlformats.org/officeDocument/2006/relationships/tags" Target="../tags/tag748.xml"/><Relationship Id="rId29" Type="http://schemas.openxmlformats.org/officeDocument/2006/relationships/tags" Target="../tags/tag774.xml"/><Relationship Id="rId28" Type="http://schemas.openxmlformats.org/officeDocument/2006/relationships/tags" Target="../tags/tag773.xml"/><Relationship Id="rId27" Type="http://schemas.openxmlformats.org/officeDocument/2006/relationships/tags" Target="../tags/tag772.xml"/><Relationship Id="rId26" Type="http://schemas.openxmlformats.org/officeDocument/2006/relationships/tags" Target="../tags/tag771.xml"/><Relationship Id="rId25" Type="http://schemas.openxmlformats.org/officeDocument/2006/relationships/tags" Target="../tags/tag770.xml"/><Relationship Id="rId24" Type="http://schemas.openxmlformats.org/officeDocument/2006/relationships/tags" Target="../tags/tag769.xml"/><Relationship Id="rId23" Type="http://schemas.openxmlformats.org/officeDocument/2006/relationships/tags" Target="../tags/tag768.xml"/><Relationship Id="rId22" Type="http://schemas.openxmlformats.org/officeDocument/2006/relationships/tags" Target="../tags/tag767.xml"/><Relationship Id="rId21" Type="http://schemas.openxmlformats.org/officeDocument/2006/relationships/tags" Target="../tags/tag766.xml"/><Relationship Id="rId20" Type="http://schemas.openxmlformats.org/officeDocument/2006/relationships/tags" Target="../tags/tag765.xml"/><Relationship Id="rId2" Type="http://schemas.openxmlformats.org/officeDocument/2006/relationships/tags" Target="../tags/tag747.xml"/><Relationship Id="rId19" Type="http://schemas.openxmlformats.org/officeDocument/2006/relationships/tags" Target="../tags/tag764.xml"/><Relationship Id="rId18" Type="http://schemas.openxmlformats.org/officeDocument/2006/relationships/tags" Target="../tags/tag763.xml"/><Relationship Id="rId17" Type="http://schemas.openxmlformats.org/officeDocument/2006/relationships/tags" Target="../tags/tag762.xml"/><Relationship Id="rId16" Type="http://schemas.openxmlformats.org/officeDocument/2006/relationships/tags" Target="../tags/tag761.xml"/><Relationship Id="rId15" Type="http://schemas.openxmlformats.org/officeDocument/2006/relationships/tags" Target="../tags/tag760.xml"/><Relationship Id="rId14" Type="http://schemas.openxmlformats.org/officeDocument/2006/relationships/tags" Target="../tags/tag759.xml"/><Relationship Id="rId13" Type="http://schemas.openxmlformats.org/officeDocument/2006/relationships/tags" Target="../tags/tag758.xml"/><Relationship Id="rId12" Type="http://schemas.openxmlformats.org/officeDocument/2006/relationships/tags" Target="../tags/tag757.xml"/><Relationship Id="rId11" Type="http://schemas.openxmlformats.org/officeDocument/2006/relationships/tags" Target="../tags/tag756.xml"/><Relationship Id="rId10" Type="http://schemas.openxmlformats.org/officeDocument/2006/relationships/tags" Target="../tags/tag755.xml"/><Relationship Id="rId1" Type="http://schemas.openxmlformats.org/officeDocument/2006/relationships/tags" Target="../tags/tag74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95.xml"/><Relationship Id="rId8" Type="http://schemas.openxmlformats.org/officeDocument/2006/relationships/tags" Target="../tags/tag794.xml"/><Relationship Id="rId7" Type="http://schemas.openxmlformats.org/officeDocument/2006/relationships/tags" Target="../tags/tag793.xml"/><Relationship Id="rId6" Type="http://schemas.openxmlformats.org/officeDocument/2006/relationships/tags" Target="../tags/tag792.xml"/><Relationship Id="rId5" Type="http://schemas.openxmlformats.org/officeDocument/2006/relationships/tags" Target="../tags/tag791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828.xml"/><Relationship Id="rId41" Type="http://schemas.openxmlformats.org/officeDocument/2006/relationships/tags" Target="../tags/tag827.xml"/><Relationship Id="rId40" Type="http://schemas.openxmlformats.org/officeDocument/2006/relationships/tags" Target="../tags/tag826.xml"/><Relationship Id="rId4" Type="http://schemas.openxmlformats.org/officeDocument/2006/relationships/tags" Target="../tags/tag790.xml"/><Relationship Id="rId39" Type="http://schemas.openxmlformats.org/officeDocument/2006/relationships/tags" Target="../tags/tag825.xml"/><Relationship Id="rId38" Type="http://schemas.openxmlformats.org/officeDocument/2006/relationships/tags" Target="../tags/tag824.xml"/><Relationship Id="rId37" Type="http://schemas.openxmlformats.org/officeDocument/2006/relationships/tags" Target="../tags/tag823.xml"/><Relationship Id="rId36" Type="http://schemas.openxmlformats.org/officeDocument/2006/relationships/tags" Target="../tags/tag822.xml"/><Relationship Id="rId35" Type="http://schemas.openxmlformats.org/officeDocument/2006/relationships/tags" Target="../tags/tag821.xml"/><Relationship Id="rId34" Type="http://schemas.openxmlformats.org/officeDocument/2006/relationships/tags" Target="../tags/tag820.xml"/><Relationship Id="rId33" Type="http://schemas.openxmlformats.org/officeDocument/2006/relationships/tags" Target="../tags/tag819.xml"/><Relationship Id="rId32" Type="http://schemas.openxmlformats.org/officeDocument/2006/relationships/tags" Target="../tags/tag818.xml"/><Relationship Id="rId31" Type="http://schemas.openxmlformats.org/officeDocument/2006/relationships/tags" Target="../tags/tag817.xml"/><Relationship Id="rId30" Type="http://schemas.openxmlformats.org/officeDocument/2006/relationships/tags" Target="../tags/tag816.xml"/><Relationship Id="rId3" Type="http://schemas.openxmlformats.org/officeDocument/2006/relationships/tags" Target="../tags/tag789.xml"/><Relationship Id="rId29" Type="http://schemas.openxmlformats.org/officeDocument/2006/relationships/tags" Target="../tags/tag815.xml"/><Relationship Id="rId28" Type="http://schemas.openxmlformats.org/officeDocument/2006/relationships/tags" Target="../tags/tag814.xml"/><Relationship Id="rId27" Type="http://schemas.openxmlformats.org/officeDocument/2006/relationships/tags" Target="../tags/tag813.xml"/><Relationship Id="rId26" Type="http://schemas.openxmlformats.org/officeDocument/2006/relationships/tags" Target="../tags/tag812.xml"/><Relationship Id="rId25" Type="http://schemas.openxmlformats.org/officeDocument/2006/relationships/tags" Target="../tags/tag811.xml"/><Relationship Id="rId24" Type="http://schemas.openxmlformats.org/officeDocument/2006/relationships/tags" Target="../tags/tag810.xml"/><Relationship Id="rId23" Type="http://schemas.openxmlformats.org/officeDocument/2006/relationships/tags" Target="../tags/tag809.xml"/><Relationship Id="rId22" Type="http://schemas.openxmlformats.org/officeDocument/2006/relationships/tags" Target="../tags/tag808.xml"/><Relationship Id="rId21" Type="http://schemas.openxmlformats.org/officeDocument/2006/relationships/tags" Target="../tags/tag807.xml"/><Relationship Id="rId20" Type="http://schemas.openxmlformats.org/officeDocument/2006/relationships/tags" Target="../tags/tag806.xml"/><Relationship Id="rId2" Type="http://schemas.openxmlformats.org/officeDocument/2006/relationships/tags" Target="../tags/tag788.xml"/><Relationship Id="rId19" Type="http://schemas.openxmlformats.org/officeDocument/2006/relationships/tags" Target="../tags/tag805.xml"/><Relationship Id="rId18" Type="http://schemas.openxmlformats.org/officeDocument/2006/relationships/tags" Target="../tags/tag804.xml"/><Relationship Id="rId17" Type="http://schemas.openxmlformats.org/officeDocument/2006/relationships/tags" Target="../tags/tag803.xml"/><Relationship Id="rId16" Type="http://schemas.openxmlformats.org/officeDocument/2006/relationships/tags" Target="../tags/tag802.xml"/><Relationship Id="rId15" Type="http://schemas.openxmlformats.org/officeDocument/2006/relationships/tags" Target="../tags/tag801.xml"/><Relationship Id="rId14" Type="http://schemas.openxmlformats.org/officeDocument/2006/relationships/tags" Target="../tags/tag800.xml"/><Relationship Id="rId13" Type="http://schemas.openxmlformats.org/officeDocument/2006/relationships/tags" Target="../tags/tag799.xml"/><Relationship Id="rId12" Type="http://schemas.openxmlformats.org/officeDocument/2006/relationships/tags" Target="../tags/tag798.xml"/><Relationship Id="rId11" Type="http://schemas.openxmlformats.org/officeDocument/2006/relationships/tags" Target="../tags/tag797.xml"/><Relationship Id="rId10" Type="http://schemas.openxmlformats.org/officeDocument/2006/relationships/tags" Target="../tags/tag796.xml"/><Relationship Id="rId1" Type="http://schemas.openxmlformats.org/officeDocument/2006/relationships/tags" Target="../tags/tag7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37.xml"/><Relationship Id="rId8" Type="http://schemas.openxmlformats.org/officeDocument/2006/relationships/tags" Target="../tags/tag836.xml"/><Relationship Id="rId7" Type="http://schemas.openxmlformats.org/officeDocument/2006/relationships/tags" Target="../tags/tag835.xml"/><Relationship Id="rId6" Type="http://schemas.openxmlformats.org/officeDocument/2006/relationships/tags" Target="../tags/tag834.xml"/><Relationship Id="rId5" Type="http://schemas.openxmlformats.org/officeDocument/2006/relationships/tags" Target="../tags/tag833.xml"/><Relationship Id="rId42" Type="http://schemas.openxmlformats.org/officeDocument/2006/relationships/slideLayout" Target="../slideLayouts/slideLayout1.xml"/><Relationship Id="rId41" Type="http://schemas.openxmlformats.org/officeDocument/2006/relationships/tags" Target="../tags/tag869.xml"/><Relationship Id="rId40" Type="http://schemas.openxmlformats.org/officeDocument/2006/relationships/tags" Target="../tags/tag868.xml"/><Relationship Id="rId4" Type="http://schemas.openxmlformats.org/officeDocument/2006/relationships/tags" Target="../tags/tag832.xml"/><Relationship Id="rId39" Type="http://schemas.openxmlformats.org/officeDocument/2006/relationships/tags" Target="../tags/tag867.xml"/><Relationship Id="rId38" Type="http://schemas.openxmlformats.org/officeDocument/2006/relationships/tags" Target="../tags/tag866.xml"/><Relationship Id="rId37" Type="http://schemas.openxmlformats.org/officeDocument/2006/relationships/tags" Target="../tags/tag865.xml"/><Relationship Id="rId36" Type="http://schemas.openxmlformats.org/officeDocument/2006/relationships/tags" Target="../tags/tag864.xml"/><Relationship Id="rId35" Type="http://schemas.openxmlformats.org/officeDocument/2006/relationships/tags" Target="../tags/tag863.xml"/><Relationship Id="rId34" Type="http://schemas.openxmlformats.org/officeDocument/2006/relationships/tags" Target="../tags/tag862.xml"/><Relationship Id="rId33" Type="http://schemas.openxmlformats.org/officeDocument/2006/relationships/tags" Target="../tags/tag861.xml"/><Relationship Id="rId32" Type="http://schemas.openxmlformats.org/officeDocument/2006/relationships/tags" Target="../tags/tag860.xml"/><Relationship Id="rId31" Type="http://schemas.openxmlformats.org/officeDocument/2006/relationships/tags" Target="../tags/tag859.xml"/><Relationship Id="rId30" Type="http://schemas.openxmlformats.org/officeDocument/2006/relationships/tags" Target="../tags/tag858.xml"/><Relationship Id="rId3" Type="http://schemas.openxmlformats.org/officeDocument/2006/relationships/tags" Target="../tags/tag831.xml"/><Relationship Id="rId29" Type="http://schemas.openxmlformats.org/officeDocument/2006/relationships/tags" Target="../tags/tag857.xml"/><Relationship Id="rId28" Type="http://schemas.openxmlformats.org/officeDocument/2006/relationships/tags" Target="../tags/tag856.xml"/><Relationship Id="rId27" Type="http://schemas.openxmlformats.org/officeDocument/2006/relationships/tags" Target="../tags/tag855.xml"/><Relationship Id="rId26" Type="http://schemas.openxmlformats.org/officeDocument/2006/relationships/tags" Target="../tags/tag854.xml"/><Relationship Id="rId25" Type="http://schemas.openxmlformats.org/officeDocument/2006/relationships/tags" Target="../tags/tag853.xml"/><Relationship Id="rId24" Type="http://schemas.openxmlformats.org/officeDocument/2006/relationships/tags" Target="../tags/tag852.xml"/><Relationship Id="rId23" Type="http://schemas.openxmlformats.org/officeDocument/2006/relationships/tags" Target="../tags/tag851.xml"/><Relationship Id="rId22" Type="http://schemas.openxmlformats.org/officeDocument/2006/relationships/tags" Target="../tags/tag850.xml"/><Relationship Id="rId21" Type="http://schemas.openxmlformats.org/officeDocument/2006/relationships/tags" Target="../tags/tag849.xml"/><Relationship Id="rId20" Type="http://schemas.openxmlformats.org/officeDocument/2006/relationships/tags" Target="../tags/tag848.xml"/><Relationship Id="rId2" Type="http://schemas.openxmlformats.org/officeDocument/2006/relationships/tags" Target="../tags/tag830.xml"/><Relationship Id="rId19" Type="http://schemas.openxmlformats.org/officeDocument/2006/relationships/tags" Target="../tags/tag847.xml"/><Relationship Id="rId18" Type="http://schemas.openxmlformats.org/officeDocument/2006/relationships/tags" Target="../tags/tag846.xml"/><Relationship Id="rId17" Type="http://schemas.openxmlformats.org/officeDocument/2006/relationships/tags" Target="../tags/tag845.xml"/><Relationship Id="rId16" Type="http://schemas.openxmlformats.org/officeDocument/2006/relationships/tags" Target="../tags/tag844.xml"/><Relationship Id="rId15" Type="http://schemas.openxmlformats.org/officeDocument/2006/relationships/tags" Target="../tags/tag843.xml"/><Relationship Id="rId14" Type="http://schemas.openxmlformats.org/officeDocument/2006/relationships/tags" Target="../tags/tag842.xml"/><Relationship Id="rId13" Type="http://schemas.openxmlformats.org/officeDocument/2006/relationships/tags" Target="../tags/tag841.xml"/><Relationship Id="rId12" Type="http://schemas.openxmlformats.org/officeDocument/2006/relationships/tags" Target="../tags/tag840.xml"/><Relationship Id="rId11" Type="http://schemas.openxmlformats.org/officeDocument/2006/relationships/tags" Target="../tags/tag839.xml"/><Relationship Id="rId10" Type="http://schemas.openxmlformats.org/officeDocument/2006/relationships/tags" Target="../tags/tag838.xml"/><Relationship Id="rId1" Type="http://schemas.openxmlformats.org/officeDocument/2006/relationships/tags" Target="../tags/tag8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1.xml"/><Relationship Id="rId1" Type="http://schemas.openxmlformats.org/officeDocument/2006/relationships/tags" Target="../tags/tag870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77.xml"/><Relationship Id="rId5" Type="http://schemas.openxmlformats.org/officeDocument/2006/relationships/tags" Target="../tags/tag876.xml"/><Relationship Id="rId4" Type="http://schemas.openxmlformats.org/officeDocument/2006/relationships/tags" Target="../tags/tag875.xml"/><Relationship Id="rId3" Type="http://schemas.openxmlformats.org/officeDocument/2006/relationships/tags" Target="../tags/tag874.xml"/><Relationship Id="rId2" Type="http://schemas.openxmlformats.org/officeDocument/2006/relationships/tags" Target="../tags/tag873.xml"/><Relationship Id="rId1" Type="http://schemas.openxmlformats.org/officeDocument/2006/relationships/tags" Target="../tags/tag87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886.xml"/><Relationship Id="rId8" Type="http://schemas.openxmlformats.org/officeDocument/2006/relationships/tags" Target="../tags/tag885.xml"/><Relationship Id="rId7" Type="http://schemas.openxmlformats.org/officeDocument/2006/relationships/tags" Target="../tags/tag884.xml"/><Relationship Id="rId6" Type="http://schemas.openxmlformats.org/officeDocument/2006/relationships/tags" Target="../tags/tag883.xml"/><Relationship Id="rId5" Type="http://schemas.openxmlformats.org/officeDocument/2006/relationships/tags" Target="../tags/tag882.xml"/><Relationship Id="rId4" Type="http://schemas.openxmlformats.org/officeDocument/2006/relationships/tags" Target="../tags/tag881.xml"/><Relationship Id="rId3" Type="http://schemas.openxmlformats.org/officeDocument/2006/relationships/tags" Target="../tags/tag880.xml"/><Relationship Id="rId2" Type="http://schemas.openxmlformats.org/officeDocument/2006/relationships/tags" Target="../tags/tag87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87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895.xml"/><Relationship Id="rId8" Type="http://schemas.openxmlformats.org/officeDocument/2006/relationships/tags" Target="../tags/tag894.xml"/><Relationship Id="rId7" Type="http://schemas.openxmlformats.org/officeDocument/2006/relationships/tags" Target="../tags/tag893.xml"/><Relationship Id="rId6" Type="http://schemas.openxmlformats.org/officeDocument/2006/relationships/tags" Target="../tags/tag892.xml"/><Relationship Id="rId5" Type="http://schemas.openxmlformats.org/officeDocument/2006/relationships/tags" Target="../tags/tag891.xml"/><Relationship Id="rId4" Type="http://schemas.openxmlformats.org/officeDocument/2006/relationships/tags" Target="../tags/tag890.xml"/><Relationship Id="rId3" Type="http://schemas.openxmlformats.org/officeDocument/2006/relationships/tags" Target="../tags/tag889.xml"/><Relationship Id="rId2" Type="http://schemas.openxmlformats.org/officeDocument/2006/relationships/tags" Target="../tags/tag88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96.xml"/><Relationship Id="rId1" Type="http://schemas.openxmlformats.org/officeDocument/2006/relationships/tags" Target="../tags/tag88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05.xml"/><Relationship Id="rId8" Type="http://schemas.openxmlformats.org/officeDocument/2006/relationships/tags" Target="../tags/tag904.xml"/><Relationship Id="rId7" Type="http://schemas.openxmlformats.org/officeDocument/2006/relationships/tags" Target="../tags/tag903.xml"/><Relationship Id="rId6" Type="http://schemas.openxmlformats.org/officeDocument/2006/relationships/tags" Target="../tags/tag902.xml"/><Relationship Id="rId5" Type="http://schemas.openxmlformats.org/officeDocument/2006/relationships/tags" Target="../tags/tag901.xml"/><Relationship Id="rId4" Type="http://schemas.openxmlformats.org/officeDocument/2006/relationships/tags" Target="../tags/tag900.xml"/><Relationship Id="rId3" Type="http://schemas.openxmlformats.org/officeDocument/2006/relationships/tags" Target="../tags/tag899.xml"/><Relationship Id="rId2" Type="http://schemas.openxmlformats.org/officeDocument/2006/relationships/tags" Target="../tags/tag898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07.xml"/><Relationship Id="rId10" Type="http://schemas.openxmlformats.org/officeDocument/2006/relationships/tags" Target="../tags/tag906.xml"/><Relationship Id="rId1" Type="http://schemas.openxmlformats.org/officeDocument/2006/relationships/tags" Target="../tags/tag89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916.xml"/><Relationship Id="rId8" Type="http://schemas.openxmlformats.org/officeDocument/2006/relationships/tags" Target="../tags/tag915.xml"/><Relationship Id="rId7" Type="http://schemas.openxmlformats.org/officeDocument/2006/relationships/tags" Target="../tags/tag914.xml"/><Relationship Id="rId6" Type="http://schemas.openxmlformats.org/officeDocument/2006/relationships/tags" Target="../tags/tag913.xml"/><Relationship Id="rId5" Type="http://schemas.openxmlformats.org/officeDocument/2006/relationships/tags" Target="../tags/tag912.xml"/><Relationship Id="rId4" Type="http://schemas.openxmlformats.org/officeDocument/2006/relationships/tags" Target="../tags/tag911.xml"/><Relationship Id="rId3" Type="http://schemas.openxmlformats.org/officeDocument/2006/relationships/tags" Target="../tags/tag910.xml"/><Relationship Id="rId2" Type="http://schemas.openxmlformats.org/officeDocument/2006/relationships/tags" Target="../tags/tag90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19.xml"/><Relationship Id="rId11" Type="http://schemas.openxmlformats.org/officeDocument/2006/relationships/tags" Target="../tags/tag918.xml"/><Relationship Id="rId10" Type="http://schemas.openxmlformats.org/officeDocument/2006/relationships/tags" Target="../tags/tag917.xml"/><Relationship Id="rId1" Type="http://schemas.openxmlformats.org/officeDocument/2006/relationships/tags" Target="../tags/tag90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28.xml"/><Relationship Id="rId8" Type="http://schemas.openxmlformats.org/officeDocument/2006/relationships/tags" Target="../tags/tag927.xml"/><Relationship Id="rId7" Type="http://schemas.openxmlformats.org/officeDocument/2006/relationships/tags" Target="../tags/tag926.xml"/><Relationship Id="rId6" Type="http://schemas.openxmlformats.org/officeDocument/2006/relationships/tags" Target="../tags/tag925.xml"/><Relationship Id="rId5" Type="http://schemas.openxmlformats.org/officeDocument/2006/relationships/tags" Target="../tags/tag924.xml"/><Relationship Id="rId4" Type="http://schemas.openxmlformats.org/officeDocument/2006/relationships/tags" Target="../tags/tag923.xml"/><Relationship Id="rId3" Type="http://schemas.openxmlformats.org/officeDocument/2006/relationships/tags" Target="../tags/tag922.xml"/><Relationship Id="rId2" Type="http://schemas.openxmlformats.org/officeDocument/2006/relationships/tags" Target="../tags/tag92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32.xml"/><Relationship Id="rId12" Type="http://schemas.openxmlformats.org/officeDocument/2006/relationships/tags" Target="../tags/tag931.xml"/><Relationship Id="rId11" Type="http://schemas.openxmlformats.org/officeDocument/2006/relationships/tags" Target="../tags/tag930.xml"/><Relationship Id="rId10" Type="http://schemas.openxmlformats.org/officeDocument/2006/relationships/tags" Target="../tags/tag929.xml"/><Relationship Id="rId1" Type="http://schemas.openxmlformats.org/officeDocument/2006/relationships/tags" Target="../tags/tag92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941.xml"/><Relationship Id="rId8" Type="http://schemas.openxmlformats.org/officeDocument/2006/relationships/tags" Target="../tags/tag940.xml"/><Relationship Id="rId7" Type="http://schemas.openxmlformats.org/officeDocument/2006/relationships/tags" Target="../tags/tag939.xml"/><Relationship Id="rId6" Type="http://schemas.openxmlformats.org/officeDocument/2006/relationships/tags" Target="../tags/tag938.xml"/><Relationship Id="rId5" Type="http://schemas.openxmlformats.org/officeDocument/2006/relationships/tags" Target="../tags/tag937.xml"/><Relationship Id="rId4" Type="http://schemas.openxmlformats.org/officeDocument/2006/relationships/tags" Target="../tags/tag936.xml"/><Relationship Id="rId3" Type="http://schemas.openxmlformats.org/officeDocument/2006/relationships/tags" Target="../tags/tag935.xml"/><Relationship Id="rId2" Type="http://schemas.openxmlformats.org/officeDocument/2006/relationships/tags" Target="../tags/tag93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946.xml"/><Relationship Id="rId13" Type="http://schemas.openxmlformats.org/officeDocument/2006/relationships/tags" Target="../tags/tag945.xml"/><Relationship Id="rId12" Type="http://schemas.openxmlformats.org/officeDocument/2006/relationships/tags" Target="../tags/tag944.xml"/><Relationship Id="rId11" Type="http://schemas.openxmlformats.org/officeDocument/2006/relationships/tags" Target="../tags/tag943.xml"/><Relationship Id="rId10" Type="http://schemas.openxmlformats.org/officeDocument/2006/relationships/tags" Target="../tags/tag942.xml"/><Relationship Id="rId1" Type="http://schemas.openxmlformats.org/officeDocument/2006/relationships/tags" Target="../tags/tag93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955.xml"/><Relationship Id="rId8" Type="http://schemas.openxmlformats.org/officeDocument/2006/relationships/tags" Target="../tags/tag954.xml"/><Relationship Id="rId7" Type="http://schemas.openxmlformats.org/officeDocument/2006/relationships/tags" Target="../tags/tag953.xml"/><Relationship Id="rId6" Type="http://schemas.openxmlformats.org/officeDocument/2006/relationships/tags" Target="../tags/tag952.xml"/><Relationship Id="rId5" Type="http://schemas.openxmlformats.org/officeDocument/2006/relationships/tags" Target="../tags/tag951.xml"/><Relationship Id="rId4" Type="http://schemas.openxmlformats.org/officeDocument/2006/relationships/tags" Target="../tags/tag950.xml"/><Relationship Id="rId3" Type="http://schemas.openxmlformats.org/officeDocument/2006/relationships/tags" Target="../tags/tag949.xml"/><Relationship Id="rId2" Type="http://schemas.openxmlformats.org/officeDocument/2006/relationships/tags" Target="../tags/tag948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961.xml"/><Relationship Id="rId14" Type="http://schemas.openxmlformats.org/officeDocument/2006/relationships/tags" Target="../tags/tag960.xml"/><Relationship Id="rId13" Type="http://schemas.openxmlformats.org/officeDocument/2006/relationships/tags" Target="../tags/tag959.xml"/><Relationship Id="rId12" Type="http://schemas.openxmlformats.org/officeDocument/2006/relationships/tags" Target="../tags/tag958.xml"/><Relationship Id="rId11" Type="http://schemas.openxmlformats.org/officeDocument/2006/relationships/tags" Target="../tags/tag957.xml"/><Relationship Id="rId10" Type="http://schemas.openxmlformats.org/officeDocument/2006/relationships/tags" Target="../tags/tag956.xml"/><Relationship Id="rId1" Type="http://schemas.openxmlformats.org/officeDocument/2006/relationships/tags" Target="../tags/tag947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970.xml"/><Relationship Id="rId8" Type="http://schemas.openxmlformats.org/officeDocument/2006/relationships/tags" Target="../tags/tag969.xml"/><Relationship Id="rId7" Type="http://schemas.openxmlformats.org/officeDocument/2006/relationships/tags" Target="../tags/tag968.xml"/><Relationship Id="rId6" Type="http://schemas.openxmlformats.org/officeDocument/2006/relationships/tags" Target="../tags/tag967.xml"/><Relationship Id="rId5" Type="http://schemas.openxmlformats.org/officeDocument/2006/relationships/tags" Target="../tags/tag966.xml"/><Relationship Id="rId4" Type="http://schemas.openxmlformats.org/officeDocument/2006/relationships/tags" Target="../tags/tag965.xml"/><Relationship Id="rId3" Type="http://schemas.openxmlformats.org/officeDocument/2006/relationships/tags" Target="../tags/tag964.xml"/><Relationship Id="rId2" Type="http://schemas.openxmlformats.org/officeDocument/2006/relationships/tags" Target="../tags/tag96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977.xml"/><Relationship Id="rId15" Type="http://schemas.openxmlformats.org/officeDocument/2006/relationships/tags" Target="../tags/tag976.xml"/><Relationship Id="rId14" Type="http://schemas.openxmlformats.org/officeDocument/2006/relationships/tags" Target="../tags/tag975.xml"/><Relationship Id="rId13" Type="http://schemas.openxmlformats.org/officeDocument/2006/relationships/tags" Target="../tags/tag974.xml"/><Relationship Id="rId12" Type="http://schemas.openxmlformats.org/officeDocument/2006/relationships/tags" Target="../tags/tag973.xml"/><Relationship Id="rId11" Type="http://schemas.openxmlformats.org/officeDocument/2006/relationships/tags" Target="../tags/tag972.xml"/><Relationship Id="rId10" Type="http://schemas.openxmlformats.org/officeDocument/2006/relationships/tags" Target="../tags/tag971.xml"/><Relationship Id="rId1" Type="http://schemas.openxmlformats.org/officeDocument/2006/relationships/tags" Target="../tags/tag962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986.xml"/><Relationship Id="rId8" Type="http://schemas.openxmlformats.org/officeDocument/2006/relationships/tags" Target="../tags/tag985.xml"/><Relationship Id="rId7" Type="http://schemas.openxmlformats.org/officeDocument/2006/relationships/tags" Target="../tags/tag984.xml"/><Relationship Id="rId6" Type="http://schemas.openxmlformats.org/officeDocument/2006/relationships/tags" Target="../tags/tag983.xml"/><Relationship Id="rId5" Type="http://schemas.openxmlformats.org/officeDocument/2006/relationships/tags" Target="../tags/tag982.xml"/><Relationship Id="rId4" Type="http://schemas.openxmlformats.org/officeDocument/2006/relationships/tags" Target="../tags/tag981.xml"/><Relationship Id="rId3" Type="http://schemas.openxmlformats.org/officeDocument/2006/relationships/tags" Target="../tags/tag980.xml"/><Relationship Id="rId2" Type="http://schemas.openxmlformats.org/officeDocument/2006/relationships/tags" Target="../tags/tag97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994.xml"/><Relationship Id="rId16" Type="http://schemas.openxmlformats.org/officeDocument/2006/relationships/tags" Target="../tags/tag993.xml"/><Relationship Id="rId15" Type="http://schemas.openxmlformats.org/officeDocument/2006/relationships/tags" Target="../tags/tag992.xml"/><Relationship Id="rId14" Type="http://schemas.openxmlformats.org/officeDocument/2006/relationships/tags" Target="../tags/tag991.xml"/><Relationship Id="rId13" Type="http://schemas.openxmlformats.org/officeDocument/2006/relationships/tags" Target="../tags/tag990.xml"/><Relationship Id="rId12" Type="http://schemas.openxmlformats.org/officeDocument/2006/relationships/tags" Target="../tags/tag989.xml"/><Relationship Id="rId11" Type="http://schemas.openxmlformats.org/officeDocument/2006/relationships/tags" Target="../tags/tag988.xml"/><Relationship Id="rId10" Type="http://schemas.openxmlformats.org/officeDocument/2006/relationships/tags" Target="../tags/tag987.xml"/><Relationship Id="rId1" Type="http://schemas.openxmlformats.org/officeDocument/2006/relationships/tags" Target="../tags/tag97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003.xml"/><Relationship Id="rId8" Type="http://schemas.openxmlformats.org/officeDocument/2006/relationships/tags" Target="../tags/tag1002.xml"/><Relationship Id="rId7" Type="http://schemas.openxmlformats.org/officeDocument/2006/relationships/tags" Target="../tags/tag1001.xml"/><Relationship Id="rId6" Type="http://schemas.openxmlformats.org/officeDocument/2006/relationships/tags" Target="../tags/tag1000.xml"/><Relationship Id="rId5" Type="http://schemas.openxmlformats.org/officeDocument/2006/relationships/tags" Target="../tags/tag999.xml"/><Relationship Id="rId4" Type="http://schemas.openxmlformats.org/officeDocument/2006/relationships/tags" Target="../tags/tag998.xml"/><Relationship Id="rId3" Type="http://schemas.openxmlformats.org/officeDocument/2006/relationships/tags" Target="../tags/tag997.xml"/><Relationship Id="rId2" Type="http://schemas.openxmlformats.org/officeDocument/2006/relationships/tags" Target="../tags/tag99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010.xml"/><Relationship Id="rId15" Type="http://schemas.openxmlformats.org/officeDocument/2006/relationships/tags" Target="../tags/tag1009.xml"/><Relationship Id="rId14" Type="http://schemas.openxmlformats.org/officeDocument/2006/relationships/tags" Target="../tags/tag1008.xml"/><Relationship Id="rId13" Type="http://schemas.openxmlformats.org/officeDocument/2006/relationships/tags" Target="../tags/tag1007.xml"/><Relationship Id="rId12" Type="http://schemas.openxmlformats.org/officeDocument/2006/relationships/tags" Target="../tags/tag1006.xml"/><Relationship Id="rId11" Type="http://schemas.openxmlformats.org/officeDocument/2006/relationships/tags" Target="../tags/tag1005.xml"/><Relationship Id="rId10" Type="http://schemas.openxmlformats.org/officeDocument/2006/relationships/tags" Target="../tags/tag1004.xml"/><Relationship Id="rId1" Type="http://schemas.openxmlformats.org/officeDocument/2006/relationships/tags" Target="../tags/tag99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019.xml"/><Relationship Id="rId8" Type="http://schemas.openxmlformats.org/officeDocument/2006/relationships/tags" Target="../tags/tag1018.xml"/><Relationship Id="rId7" Type="http://schemas.openxmlformats.org/officeDocument/2006/relationships/tags" Target="../tags/tag1017.xml"/><Relationship Id="rId6" Type="http://schemas.openxmlformats.org/officeDocument/2006/relationships/tags" Target="../tags/tag1016.xml"/><Relationship Id="rId5" Type="http://schemas.openxmlformats.org/officeDocument/2006/relationships/tags" Target="../tags/tag1015.xml"/><Relationship Id="rId4" Type="http://schemas.openxmlformats.org/officeDocument/2006/relationships/tags" Target="../tags/tag1014.xml"/><Relationship Id="rId3" Type="http://schemas.openxmlformats.org/officeDocument/2006/relationships/tags" Target="../tags/tag1013.xml"/><Relationship Id="rId2" Type="http://schemas.openxmlformats.org/officeDocument/2006/relationships/tags" Target="../tags/tag101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027.xml"/><Relationship Id="rId16" Type="http://schemas.openxmlformats.org/officeDocument/2006/relationships/tags" Target="../tags/tag1026.xml"/><Relationship Id="rId15" Type="http://schemas.openxmlformats.org/officeDocument/2006/relationships/tags" Target="../tags/tag1025.xml"/><Relationship Id="rId14" Type="http://schemas.openxmlformats.org/officeDocument/2006/relationships/tags" Target="../tags/tag1024.xml"/><Relationship Id="rId13" Type="http://schemas.openxmlformats.org/officeDocument/2006/relationships/tags" Target="../tags/tag1023.xml"/><Relationship Id="rId12" Type="http://schemas.openxmlformats.org/officeDocument/2006/relationships/tags" Target="../tags/tag1022.xml"/><Relationship Id="rId11" Type="http://schemas.openxmlformats.org/officeDocument/2006/relationships/tags" Target="../tags/tag1021.xml"/><Relationship Id="rId10" Type="http://schemas.openxmlformats.org/officeDocument/2006/relationships/tags" Target="../tags/tag1020.xml"/><Relationship Id="rId1" Type="http://schemas.openxmlformats.org/officeDocument/2006/relationships/tags" Target="../tags/tag101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036.xml"/><Relationship Id="rId8" Type="http://schemas.openxmlformats.org/officeDocument/2006/relationships/tags" Target="../tags/tag1035.xml"/><Relationship Id="rId7" Type="http://schemas.openxmlformats.org/officeDocument/2006/relationships/tags" Target="../tags/tag1034.xml"/><Relationship Id="rId6" Type="http://schemas.openxmlformats.org/officeDocument/2006/relationships/tags" Target="../tags/tag1033.xml"/><Relationship Id="rId5" Type="http://schemas.openxmlformats.org/officeDocument/2006/relationships/tags" Target="../tags/tag1032.xml"/><Relationship Id="rId4" Type="http://schemas.openxmlformats.org/officeDocument/2006/relationships/tags" Target="../tags/tag1031.xml"/><Relationship Id="rId3" Type="http://schemas.openxmlformats.org/officeDocument/2006/relationships/tags" Target="../tags/tag1030.xml"/><Relationship Id="rId2" Type="http://schemas.openxmlformats.org/officeDocument/2006/relationships/tags" Target="../tags/tag1029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045.xml"/><Relationship Id="rId17" Type="http://schemas.openxmlformats.org/officeDocument/2006/relationships/tags" Target="../tags/tag1044.xml"/><Relationship Id="rId16" Type="http://schemas.openxmlformats.org/officeDocument/2006/relationships/tags" Target="../tags/tag1043.xml"/><Relationship Id="rId15" Type="http://schemas.openxmlformats.org/officeDocument/2006/relationships/tags" Target="../tags/tag1042.xml"/><Relationship Id="rId14" Type="http://schemas.openxmlformats.org/officeDocument/2006/relationships/tags" Target="../tags/tag1041.xml"/><Relationship Id="rId13" Type="http://schemas.openxmlformats.org/officeDocument/2006/relationships/tags" Target="../tags/tag1040.xml"/><Relationship Id="rId12" Type="http://schemas.openxmlformats.org/officeDocument/2006/relationships/tags" Target="../tags/tag1039.xml"/><Relationship Id="rId11" Type="http://schemas.openxmlformats.org/officeDocument/2006/relationships/tags" Target="../tags/tag1038.xml"/><Relationship Id="rId10" Type="http://schemas.openxmlformats.org/officeDocument/2006/relationships/tags" Target="../tags/tag1037.xml"/><Relationship Id="rId1" Type="http://schemas.openxmlformats.org/officeDocument/2006/relationships/tags" Target="../tags/tag102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054.xml"/><Relationship Id="rId8" Type="http://schemas.openxmlformats.org/officeDocument/2006/relationships/tags" Target="../tags/tag1053.xml"/><Relationship Id="rId7" Type="http://schemas.openxmlformats.org/officeDocument/2006/relationships/tags" Target="../tags/tag1052.xml"/><Relationship Id="rId6" Type="http://schemas.openxmlformats.org/officeDocument/2006/relationships/tags" Target="../tags/tag1051.xml"/><Relationship Id="rId5" Type="http://schemas.openxmlformats.org/officeDocument/2006/relationships/tags" Target="../tags/tag1050.xml"/><Relationship Id="rId4" Type="http://schemas.openxmlformats.org/officeDocument/2006/relationships/tags" Target="../tags/tag1049.xml"/><Relationship Id="rId3" Type="http://schemas.openxmlformats.org/officeDocument/2006/relationships/tags" Target="../tags/tag1048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065.xml"/><Relationship Id="rId2" Type="http://schemas.openxmlformats.org/officeDocument/2006/relationships/tags" Target="../tags/tag1047.xml"/><Relationship Id="rId19" Type="http://schemas.openxmlformats.org/officeDocument/2006/relationships/tags" Target="../tags/tag1064.xml"/><Relationship Id="rId18" Type="http://schemas.openxmlformats.org/officeDocument/2006/relationships/tags" Target="../tags/tag1063.xml"/><Relationship Id="rId17" Type="http://schemas.openxmlformats.org/officeDocument/2006/relationships/tags" Target="../tags/tag1062.xml"/><Relationship Id="rId16" Type="http://schemas.openxmlformats.org/officeDocument/2006/relationships/tags" Target="../tags/tag1061.xml"/><Relationship Id="rId15" Type="http://schemas.openxmlformats.org/officeDocument/2006/relationships/tags" Target="../tags/tag1060.xml"/><Relationship Id="rId14" Type="http://schemas.openxmlformats.org/officeDocument/2006/relationships/tags" Target="../tags/tag1059.xml"/><Relationship Id="rId13" Type="http://schemas.openxmlformats.org/officeDocument/2006/relationships/tags" Target="../tags/tag1058.xml"/><Relationship Id="rId12" Type="http://schemas.openxmlformats.org/officeDocument/2006/relationships/tags" Target="../tags/tag1057.xml"/><Relationship Id="rId11" Type="http://schemas.openxmlformats.org/officeDocument/2006/relationships/tags" Target="../tags/tag1056.xml"/><Relationship Id="rId10" Type="http://schemas.openxmlformats.org/officeDocument/2006/relationships/tags" Target="../tags/tag1055.xml"/><Relationship Id="rId1" Type="http://schemas.openxmlformats.org/officeDocument/2006/relationships/tags" Target="../tags/tag1046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074.xml"/><Relationship Id="rId8" Type="http://schemas.openxmlformats.org/officeDocument/2006/relationships/tags" Target="../tags/tag1073.xml"/><Relationship Id="rId7" Type="http://schemas.openxmlformats.org/officeDocument/2006/relationships/tags" Target="../tags/tag1072.xml"/><Relationship Id="rId6" Type="http://schemas.openxmlformats.org/officeDocument/2006/relationships/tags" Target="../tags/tag1071.xml"/><Relationship Id="rId5" Type="http://schemas.openxmlformats.org/officeDocument/2006/relationships/tags" Target="../tags/tag1070.xml"/><Relationship Id="rId4" Type="http://schemas.openxmlformats.org/officeDocument/2006/relationships/tags" Target="../tags/tag1069.xml"/><Relationship Id="rId3" Type="http://schemas.openxmlformats.org/officeDocument/2006/relationships/tags" Target="../tags/tag1068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067.xml"/><Relationship Id="rId19" Type="http://schemas.openxmlformats.org/officeDocument/2006/relationships/tags" Target="../tags/tag1084.xml"/><Relationship Id="rId18" Type="http://schemas.openxmlformats.org/officeDocument/2006/relationships/tags" Target="../tags/tag1083.xml"/><Relationship Id="rId17" Type="http://schemas.openxmlformats.org/officeDocument/2006/relationships/tags" Target="../tags/tag1082.xml"/><Relationship Id="rId16" Type="http://schemas.openxmlformats.org/officeDocument/2006/relationships/tags" Target="../tags/tag1081.xml"/><Relationship Id="rId15" Type="http://schemas.openxmlformats.org/officeDocument/2006/relationships/tags" Target="../tags/tag1080.xml"/><Relationship Id="rId14" Type="http://schemas.openxmlformats.org/officeDocument/2006/relationships/tags" Target="../tags/tag1079.xml"/><Relationship Id="rId13" Type="http://schemas.openxmlformats.org/officeDocument/2006/relationships/tags" Target="../tags/tag1078.xml"/><Relationship Id="rId12" Type="http://schemas.openxmlformats.org/officeDocument/2006/relationships/tags" Target="../tags/tag1077.xml"/><Relationship Id="rId11" Type="http://schemas.openxmlformats.org/officeDocument/2006/relationships/tags" Target="../tags/tag1076.xml"/><Relationship Id="rId10" Type="http://schemas.openxmlformats.org/officeDocument/2006/relationships/tags" Target="../tags/tag1075.xml"/><Relationship Id="rId1" Type="http://schemas.openxmlformats.org/officeDocument/2006/relationships/tags" Target="../tags/tag1066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1093.xml"/><Relationship Id="rId8" Type="http://schemas.openxmlformats.org/officeDocument/2006/relationships/tags" Target="../tags/tag1092.xml"/><Relationship Id="rId7" Type="http://schemas.openxmlformats.org/officeDocument/2006/relationships/tags" Target="../tags/tag1091.xml"/><Relationship Id="rId6" Type="http://schemas.openxmlformats.org/officeDocument/2006/relationships/tags" Target="../tags/tag1090.xml"/><Relationship Id="rId5" Type="http://schemas.openxmlformats.org/officeDocument/2006/relationships/tags" Target="../tags/tag1089.xml"/><Relationship Id="rId4" Type="http://schemas.openxmlformats.org/officeDocument/2006/relationships/tags" Target="../tags/tag1088.xml"/><Relationship Id="rId3" Type="http://schemas.openxmlformats.org/officeDocument/2006/relationships/tags" Target="../tags/tag1087.xml"/><Relationship Id="rId2" Type="http://schemas.openxmlformats.org/officeDocument/2006/relationships/tags" Target="../tags/tag1086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102.xml"/><Relationship Id="rId17" Type="http://schemas.openxmlformats.org/officeDocument/2006/relationships/tags" Target="../tags/tag1101.xml"/><Relationship Id="rId16" Type="http://schemas.openxmlformats.org/officeDocument/2006/relationships/tags" Target="../tags/tag1100.xml"/><Relationship Id="rId15" Type="http://schemas.openxmlformats.org/officeDocument/2006/relationships/tags" Target="../tags/tag1099.xml"/><Relationship Id="rId14" Type="http://schemas.openxmlformats.org/officeDocument/2006/relationships/tags" Target="../tags/tag1098.xml"/><Relationship Id="rId13" Type="http://schemas.openxmlformats.org/officeDocument/2006/relationships/tags" Target="../tags/tag1097.xml"/><Relationship Id="rId12" Type="http://schemas.openxmlformats.org/officeDocument/2006/relationships/tags" Target="../tags/tag1096.xml"/><Relationship Id="rId11" Type="http://schemas.openxmlformats.org/officeDocument/2006/relationships/tags" Target="../tags/tag1095.xml"/><Relationship Id="rId10" Type="http://schemas.openxmlformats.org/officeDocument/2006/relationships/tags" Target="../tags/tag1094.xml"/><Relationship Id="rId1" Type="http://schemas.openxmlformats.org/officeDocument/2006/relationships/tags" Target="../tags/tag1085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111.xml"/><Relationship Id="rId8" Type="http://schemas.openxmlformats.org/officeDocument/2006/relationships/tags" Target="../tags/tag1110.xml"/><Relationship Id="rId7" Type="http://schemas.openxmlformats.org/officeDocument/2006/relationships/tags" Target="../tags/tag1109.xml"/><Relationship Id="rId6" Type="http://schemas.openxmlformats.org/officeDocument/2006/relationships/tags" Target="../tags/tag1108.xml"/><Relationship Id="rId5" Type="http://schemas.openxmlformats.org/officeDocument/2006/relationships/tags" Target="../tags/tag1107.xml"/><Relationship Id="rId4" Type="http://schemas.openxmlformats.org/officeDocument/2006/relationships/tags" Target="../tags/tag1106.xml"/><Relationship Id="rId3" Type="http://schemas.openxmlformats.org/officeDocument/2006/relationships/tags" Target="../tags/tag1105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104.xml"/><Relationship Id="rId19" Type="http://schemas.openxmlformats.org/officeDocument/2006/relationships/tags" Target="../tags/tag1121.xml"/><Relationship Id="rId18" Type="http://schemas.openxmlformats.org/officeDocument/2006/relationships/tags" Target="../tags/tag1120.xml"/><Relationship Id="rId17" Type="http://schemas.openxmlformats.org/officeDocument/2006/relationships/tags" Target="../tags/tag1119.xml"/><Relationship Id="rId16" Type="http://schemas.openxmlformats.org/officeDocument/2006/relationships/tags" Target="../tags/tag1118.xml"/><Relationship Id="rId15" Type="http://schemas.openxmlformats.org/officeDocument/2006/relationships/tags" Target="../tags/tag1117.xml"/><Relationship Id="rId14" Type="http://schemas.openxmlformats.org/officeDocument/2006/relationships/tags" Target="../tags/tag1116.xml"/><Relationship Id="rId13" Type="http://schemas.openxmlformats.org/officeDocument/2006/relationships/tags" Target="../tags/tag1115.xml"/><Relationship Id="rId12" Type="http://schemas.openxmlformats.org/officeDocument/2006/relationships/tags" Target="../tags/tag1114.xml"/><Relationship Id="rId11" Type="http://schemas.openxmlformats.org/officeDocument/2006/relationships/tags" Target="../tags/tag1113.xml"/><Relationship Id="rId10" Type="http://schemas.openxmlformats.org/officeDocument/2006/relationships/tags" Target="../tags/tag1112.xml"/><Relationship Id="rId1" Type="http://schemas.openxmlformats.org/officeDocument/2006/relationships/tags" Target="../tags/tag1103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1130.xml"/><Relationship Id="rId8" Type="http://schemas.openxmlformats.org/officeDocument/2006/relationships/tags" Target="../tags/tag1129.xml"/><Relationship Id="rId7" Type="http://schemas.openxmlformats.org/officeDocument/2006/relationships/tags" Target="../tags/tag1128.xml"/><Relationship Id="rId6" Type="http://schemas.openxmlformats.org/officeDocument/2006/relationships/tags" Target="../tags/tag1127.xml"/><Relationship Id="rId5" Type="http://schemas.openxmlformats.org/officeDocument/2006/relationships/tags" Target="../tags/tag1126.xml"/><Relationship Id="rId4" Type="http://schemas.openxmlformats.org/officeDocument/2006/relationships/tags" Target="../tags/tag1125.xml"/><Relationship Id="rId3" Type="http://schemas.openxmlformats.org/officeDocument/2006/relationships/tags" Target="../tags/tag1124.xml"/><Relationship Id="rId2" Type="http://schemas.openxmlformats.org/officeDocument/2006/relationships/tags" Target="../tags/tag112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139.xml"/><Relationship Id="rId17" Type="http://schemas.openxmlformats.org/officeDocument/2006/relationships/tags" Target="../tags/tag1138.xml"/><Relationship Id="rId16" Type="http://schemas.openxmlformats.org/officeDocument/2006/relationships/tags" Target="../tags/tag1137.xml"/><Relationship Id="rId15" Type="http://schemas.openxmlformats.org/officeDocument/2006/relationships/tags" Target="../tags/tag1136.xml"/><Relationship Id="rId14" Type="http://schemas.openxmlformats.org/officeDocument/2006/relationships/tags" Target="../tags/tag1135.xml"/><Relationship Id="rId13" Type="http://schemas.openxmlformats.org/officeDocument/2006/relationships/tags" Target="../tags/tag1134.xml"/><Relationship Id="rId12" Type="http://schemas.openxmlformats.org/officeDocument/2006/relationships/tags" Target="../tags/tag1133.xml"/><Relationship Id="rId11" Type="http://schemas.openxmlformats.org/officeDocument/2006/relationships/tags" Target="../tags/tag1132.xml"/><Relationship Id="rId10" Type="http://schemas.openxmlformats.org/officeDocument/2006/relationships/tags" Target="../tags/tag1131.xml"/><Relationship Id="rId1" Type="http://schemas.openxmlformats.org/officeDocument/2006/relationships/tags" Target="../tags/tag112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148.xml"/><Relationship Id="rId8" Type="http://schemas.openxmlformats.org/officeDocument/2006/relationships/tags" Target="../tags/tag1147.xml"/><Relationship Id="rId7" Type="http://schemas.openxmlformats.org/officeDocument/2006/relationships/tags" Target="../tags/tag1146.xml"/><Relationship Id="rId6" Type="http://schemas.openxmlformats.org/officeDocument/2006/relationships/tags" Target="../tags/tag1145.xml"/><Relationship Id="rId5" Type="http://schemas.openxmlformats.org/officeDocument/2006/relationships/tags" Target="../tags/tag1144.xml"/><Relationship Id="rId4" Type="http://schemas.openxmlformats.org/officeDocument/2006/relationships/tags" Target="../tags/tag1143.xml"/><Relationship Id="rId3" Type="http://schemas.openxmlformats.org/officeDocument/2006/relationships/tags" Target="../tags/tag1142.xml"/><Relationship Id="rId2" Type="http://schemas.openxmlformats.org/officeDocument/2006/relationships/tags" Target="../tags/tag114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156.xml"/><Relationship Id="rId16" Type="http://schemas.openxmlformats.org/officeDocument/2006/relationships/tags" Target="../tags/tag1155.xml"/><Relationship Id="rId15" Type="http://schemas.openxmlformats.org/officeDocument/2006/relationships/tags" Target="../tags/tag1154.xml"/><Relationship Id="rId14" Type="http://schemas.openxmlformats.org/officeDocument/2006/relationships/tags" Target="../tags/tag1153.xml"/><Relationship Id="rId13" Type="http://schemas.openxmlformats.org/officeDocument/2006/relationships/tags" Target="../tags/tag1152.xml"/><Relationship Id="rId12" Type="http://schemas.openxmlformats.org/officeDocument/2006/relationships/tags" Target="../tags/tag1151.xml"/><Relationship Id="rId11" Type="http://schemas.openxmlformats.org/officeDocument/2006/relationships/tags" Target="../tags/tag1150.xml"/><Relationship Id="rId10" Type="http://schemas.openxmlformats.org/officeDocument/2006/relationships/tags" Target="../tags/tag1149.xml"/><Relationship Id="rId1" Type="http://schemas.openxmlformats.org/officeDocument/2006/relationships/tags" Target="../tags/tag1140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165.xml"/><Relationship Id="rId8" Type="http://schemas.openxmlformats.org/officeDocument/2006/relationships/tags" Target="../tags/tag1164.xml"/><Relationship Id="rId7" Type="http://schemas.openxmlformats.org/officeDocument/2006/relationships/tags" Target="../tags/tag1163.xml"/><Relationship Id="rId6" Type="http://schemas.openxmlformats.org/officeDocument/2006/relationships/tags" Target="../tags/tag1162.xml"/><Relationship Id="rId5" Type="http://schemas.openxmlformats.org/officeDocument/2006/relationships/tags" Target="../tags/tag1161.xml"/><Relationship Id="rId4" Type="http://schemas.openxmlformats.org/officeDocument/2006/relationships/tags" Target="../tags/tag1160.xml"/><Relationship Id="rId3" Type="http://schemas.openxmlformats.org/officeDocument/2006/relationships/tags" Target="../tags/tag1159.xml"/><Relationship Id="rId2" Type="http://schemas.openxmlformats.org/officeDocument/2006/relationships/tags" Target="../tags/tag115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174.xml"/><Relationship Id="rId17" Type="http://schemas.openxmlformats.org/officeDocument/2006/relationships/tags" Target="../tags/tag1173.xml"/><Relationship Id="rId16" Type="http://schemas.openxmlformats.org/officeDocument/2006/relationships/tags" Target="../tags/tag1172.xml"/><Relationship Id="rId15" Type="http://schemas.openxmlformats.org/officeDocument/2006/relationships/tags" Target="../tags/tag1171.xml"/><Relationship Id="rId14" Type="http://schemas.openxmlformats.org/officeDocument/2006/relationships/tags" Target="../tags/tag1170.xml"/><Relationship Id="rId13" Type="http://schemas.openxmlformats.org/officeDocument/2006/relationships/tags" Target="../tags/tag1169.xml"/><Relationship Id="rId12" Type="http://schemas.openxmlformats.org/officeDocument/2006/relationships/tags" Target="../tags/tag1168.xml"/><Relationship Id="rId11" Type="http://schemas.openxmlformats.org/officeDocument/2006/relationships/tags" Target="../tags/tag1167.xml"/><Relationship Id="rId10" Type="http://schemas.openxmlformats.org/officeDocument/2006/relationships/tags" Target="../tags/tag1166.xml"/><Relationship Id="rId1" Type="http://schemas.openxmlformats.org/officeDocument/2006/relationships/tags" Target="../tags/tag1157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183.xml"/><Relationship Id="rId8" Type="http://schemas.openxmlformats.org/officeDocument/2006/relationships/tags" Target="../tags/tag1182.xml"/><Relationship Id="rId7" Type="http://schemas.openxmlformats.org/officeDocument/2006/relationships/tags" Target="../tags/tag1181.xml"/><Relationship Id="rId6" Type="http://schemas.openxmlformats.org/officeDocument/2006/relationships/tags" Target="../tags/tag1180.xml"/><Relationship Id="rId5" Type="http://schemas.openxmlformats.org/officeDocument/2006/relationships/tags" Target="../tags/tag1179.xml"/><Relationship Id="rId4" Type="http://schemas.openxmlformats.org/officeDocument/2006/relationships/tags" Target="../tags/tag1178.xml"/><Relationship Id="rId3" Type="http://schemas.openxmlformats.org/officeDocument/2006/relationships/tags" Target="../tags/tag1177.xml"/><Relationship Id="rId2" Type="http://schemas.openxmlformats.org/officeDocument/2006/relationships/tags" Target="../tags/tag1176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191.xml"/><Relationship Id="rId16" Type="http://schemas.openxmlformats.org/officeDocument/2006/relationships/tags" Target="../tags/tag1190.xml"/><Relationship Id="rId15" Type="http://schemas.openxmlformats.org/officeDocument/2006/relationships/tags" Target="../tags/tag1189.xml"/><Relationship Id="rId14" Type="http://schemas.openxmlformats.org/officeDocument/2006/relationships/tags" Target="../tags/tag1188.xml"/><Relationship Id="rId13" Type="http://schemas.openxmlformats.org/officeDocument/2006/relationships/tags" Target="../tags/tag1187.xml"/><Relationship Id="rId12" Type="http://schemas.openxmlformats.org/officeDocument/2006/relationships/tags" Target="../tags/tag1186.xml"/><Relationship Id="rId11" Type="http://schemas.openxmlformats.org/officeDocument/2006/relationships/tags" Target="../tags/tag1185.xml"/><Relationship Id="rId10" Type="http://schemas.openxmlformats.org/officeDocument/2006/relationships/tags" Target="../tags/tag1184.xml"/><Relationship Id="rId1" Type="http://schemas.openxmlformats.org/officeDocument/2006/relationships/tags" Target="../tags/tag1175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1200.xml"/><Relationship Id="rId8" Type="http://schemas.openxmlformats.org/officeDocument/2006/relationships/tags" Target="../tags/tag1199.xml"/><Relationship Id="rId7" Type="http://schemas.openxmlformats.org/officeDocument/2006/relationships/tags" Target="../tags/tag1198.xml"/><Relationship Id="rId6" Type="http://schemas.openxmlformats.org/officeDocument/2006/relationships/tags" Target="../tags/tag1197.xml"/><Relationship Id="rId5" Type="http://schemas.openxmlformats.org/officeDocument/2006/relationships/tags" Target="../tags/tag1196.xml"/><Relationship Id="rId4" Type="http://schemas.openxmlformats.org/officeDocument/2006/relationships/tags" Target="../tags/tag1195.xml"/><Relationship Id="rId3" Type="http://schemas.openxmlformats.org/officeDocument/2006/relationships/tags" Target="../tags/tag1194.xml"/><Relationship Id="rId2" Type="http://schemas.openxmlformats.org/officeDocument/2006/relationships/tags" Target="../tags/tag119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208.xml"/><Relationship Id="rId16" Type="http://schemas.openxmlformats.org/officeDocument/2006/relationships/tags" Target="../tags/tag1207.xml"/><Relationship Id="rId15" Type="http://schemas.openxmlformats.org/officeDocument/2006/relationships/tags" Target="../tags/tag1206.xml"/><Relationship Id="rId14" Type="http://schemas.openxmlformats.org/officeDocument/2006/relationships/tags" Target="../tags/tag1205.xml"/><Relationship Id="rId13" Type="http://schemas.openxmlformats.org/officeDocument/2006/relationships/tags" Target="../tags/tag1204.xml"/><Relationship Id="rId12" Type="http://schemas.openxmlformats.org/officeDocument/2006/relationships/tags" Target="../tags/tag1203.xml"/><Relationship Id="rId11" Type="http://schemas.openxmlformats.org/officeDocument/2006/relationships/tags" Target="../tags/tag1202.xml"/><Relationship Id="rId10" Type="http://schemas.openxmlformats.org/officeDocument/2006/relationships/tags" Target="../tags/tag1201.xml"/><Relationship Id="rId1" Type="http://schemas.openxmlformats.org/officeDocument/2006/relationships/tags" Target="../tags/tag119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1217.xml"/><Relationship Id="rId8" Type="http://schemas.openxmlformats.org/officeDocument/2006/relationships/tags" Target="../tags/tag1216.xml"/><Relationship Id="rId7" Type="http://schemas.openxmlformats.org/officeDocument/2006/relationships/tags" Target="../tags/tag1215.xml"/><Relationship Id="rId6" Type="http://schemas.openxmlformats.org/officeDocument/2006/relationships/tags" Target="../tags/tag1214.xml"/><Relationship Id="rId5" Type="http://schemas.openxmlformats.org/officeDocument/2006/relationships/tags" Target="../tags/tag1213.xml"/><Relationship Id="rId4" Type="http://schemas.openxmlformats.org/officeDocument/2006/relationships/tags" Target="../tags/tag1212.xml"/><Relationship Id="rId3" Type="http://schemas.openxmlformats.org/officeDocument/2006/relationships/tags" Target="../tags/tag1211.xml"/><Relationship Id="rId2" Type="http://schemas.openxmlformats.org/officeDocument/2006/relationships/tags" Target="../tags/tag121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24.xml"/><Relationship Id="rId15" Type="http://schemas.openxmlformats.org/officeDocument/2006/relationships/tags" Target="../tags/tag1223.xml"/><Relationship Id="rId14" Type="http://schemas.openxmlformats.org/officeDocument/2006/relationships/tags" Target="../tags/tag1222.xml"/><Relationship Id="rId13" Type="http://schemas.openxmlformats.org/officeDocument/2006/relationships/tags" Target="../tags/tag1221.xml"/><Relationship Id="rId12" Type="http://schemas.openxmlformats.org/officeDocument/2006/relationships/tags" Target="../tags/tag1220.xml"/><Relationship Id="rId11" Type="http://schemas.openxmlformats.org/officeDocument/2006/relationships/tags" Target="../tags/tag1219.xml"/><Relationship Id="rId10" Type="http://schemas.openxmlformats.org/officeDocument/2006/relationships/tags" Target="../tags/tag1218.xml"/><Relationship Id="rId1" Type="http://schemas.openxmlformats.org/officeDocument/2006/relationships/tags" Target="../tags/tag1209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1233.xml"/><Relationship Id="rId8" Type="http://schemas.openxmlformats.org/officeDocument/2006/relationships/tags" Target="../tags/tag1232.xml"/><Relationship Id="rId7" Type="http://schemas.openxmlformats.org/officeDocument/2006/relationships/tags" Target="../tags/tag1231.xml"/><Relationship Id="rId6" Type="http://schemas.openxmlformats.org/officeDocument/2006/relationships/tags" Target="../tags/tag1230.xml"/><Relationship Id="rId5" Type="http://schemas.openxmlformats.org/officeDocument/2006/relationships/tags" Target="../tags/tag1229.xml"/><Relationship Id="rId4" Type="http://schemas.openxmlformats.org/officeDocument/2006/relationships/tags" Target="../tags/tag1228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227.xml"/><Relationship Id="rId29" Type="http://schemas.openxmlformats.org/officeDocument/2006/relationships/tags" Target="../tags/tag1253.xml"/><Relationship Id="rId28" Type="http://schemas.openxmlformats.org/officeDocument/2006/relationships/tags" Target="../tags/tag1252.xml"/><Relationship Id="rId27" Type="http://schemas.openxmlformats.org/officeDocument/2006/relationships/tags" Target="../tags/tag1251.xml"/><Relationship Id="rId26" Type="http://schemas.openxmlformats.org/officeDocument/2006/relationships/tags" Target="../tags/tag1250.xml"/><Relationship Id="rId25" Type="http://schemas.openxmlformats.org/officeDocument/2006/relationships/tags" Target="../tags/tag1249.xml"/><Relationship Id="rId24" Type="http://schemas.openxmlformats.org/officeDocument/2006/relationships/tags" Target="../tags/tag1248.xml"/><Relationship Id="rId23" Type="http://schemas.openxmlformats.org/officeDocument/2006/relationships/tags" Target="../tags/tag1247.xml"/><Relationship Id="rId22" Type="http://schemas.openxmlformats.org/officeDocument/2006/relationships/tags" Target="../tags/tag1246.xml"/><Relationship Id="rId21" Type="http://schemas.openxmlformats.org/officeDocument/2006/relationships/tags" Target="../tags/tag1245.xml"/><Relationship Id="rId20" Type="http://schemas.openxmlformats.org/officeDocument/2006/relationships/tags" Target="../tags/tag1244.xml"/><Relationship Id="rId2" Type="http://schemas.openxmlformats.org/officeDocument/2006/relationships/tags" Target="../tags/tag1226.xml"/><Relationship Id="rId19" Type="http://schemas.openxmlformats.org/officeDocument/2006/relationships/tags" Target="../tags/tag1243.xml"/><Relationship Id="rId18" Type="http://schemas.openxmlformats.org/officeDocument/2006/relationships/tags" Target="../tags/tag1242.xml"/><Relationship Id="rId17" Type="http://schemas.openxmlformats.org/officeDocument/2006/relationships/tags" Target="../tags/tag1241.xml"/><Relationship Id="rId16" Type="http://schemas.openxmlformats.org/officeDocument/2006/relationships/tags" Target="../tags/tag1240.xml"/><Relationship Id="rId15" Type="http://schemas.openxmlformats.org/officeDocument/2006/relationships/tags" Target="../tags/tag1239.xml"/><Relationship Id="rId14" Type="http://schemas.openxmlformats.org/officeDocument/2006/relationships/tags" Target="../tags/tag1238.xml"/><Relationship Id="rId13" Type="http://schemas.openxmlformats.org/officeDocument/2006/relationships/tags" Target="../tags/tag1237.xml"/><Relationship Id="rId12" Type="http://schemas.openxmlformats.org/officeDocument/2006/relationships/tags" Target="../tags/tag1236.xml"/><Relationship Id="rId11" Type="http://schemas.openxmlformats.org/officeDocument/2006/relationships/tags" Target="../tags/tag1235.xml"/><Relationship Id="rId10" Type="http://schemas.openxmlformats.org/officeDocument/2006/relationships/tags" Target="../tags/tag1234.xml"/><Relationship Id="rId1" Type="http://schemas.openxmlformats.org/officeDocument/2006/relationships/tags" Target="../tags/tag1225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1262.xml"/><Relationship Id="rId8" Type="http://schemas.openxmlformats.org/officeDocument/2006/relationships/tags" Target="../tags/tag1261.xml"/><Relationship Id="rId7" Type="http://schemas.openxmlformats.org/officeDocument/2006/relationships/tags" Target="../tags/tag1260.xml"/><Relationship Id="rId6" Type="http://schemas.openxmlformats.org/officeDocument/2006/relationships/tags" Target="../tags/tag1259.xml"/><Relationship Id="rId5" Type="http://schemas.openxmlformats.org/officeDocument/2006/relationships/tags" Target="../tags/tag1258.xml"/><Relationship Id="rId4" Type="http://schemas.openxmlformats.org/officeDocument/2006/relationships/tags" Target="../tags/tag1257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256.xml"/><Relationship Id="rId29" Type="http://schemas.openxmlformats.org/officeDocument/2006/relationships/tags" Target="../tags/tag1282.xml"/><Relationship Id="rId28" Type="http://schemas.openxmlformats.org/officeDocument/2006/relationships/tags" Target="../tags/tag1281.xml"/><Relationship Id="rId27" Type="http://schemas.openxmlformats.org/officeDocument/2006/relationships/tags" Target="../tags/tag1280.xml"/><Relationship Id="rId26" Type="http://schemas.openxmlformats.org/officeDocument/2006/relationships/tags" Target="../tags/tag1279.xml"/><Relationship Id="rId25" Type="http://schemas.openxmlformats.org/officeDocument/2006/relationships/tags" Target="../tags/tag1278.xml"/><Relationship Id="rId24" Type="http://schemas.openxmlformats.org/officeDocument/2006/relationships/tags" Target="../tags/tag1277.xml"/><Relationship Id="rId23" Type="http://schemas.openxmlformats.org/officeDocument/2006/relationships/tags" Target="../tags/tag1276.xml"/><Relationship Id="rId22" Type="http://schemas.openxmlformats.org/officeDocument/2006/relationships/tags" Target="../tags/tag1275.xml"/><Relationship Id="rId21" Type="http://schemas.openxmlformats.org/officeDocument/2006/relationships/tags" Target="../tags/tag1274.xml"/><Relationship Id="rId20" Type="http://schemas.openxmlformats.org/officeDocument/2006/relationships/tags" Target="../tags/tag1273.xml"/><Relationship Id="rId2" Type="http://schemas.openxmlformats.org/officeDocument/2006/relationships/tags" Target="../tags/tag1255.xml"/><Relationship Id="rId19" Type="http://schemas.openxmlformats.org/officeDocument/2006/relationships/tags" Target="../tags/tag1272.xml"/><Relationship Id="rId18" Type="http://schemas.openxmlformats.org/officeDocument/2006/relationships/tags" Target="../tags/tag1271.xml"/><Relationship Id="rId17" Type="http://schemas.openxmlformats.org/officeDocument/2006/relationships/tags" Target="../tags/tag1270.xml"/><Relationship Id="rId16" Type="http://schemas.openxmlformats.org/officeDocument/2006/relationships/tags" Target="../tags/tag1269.xml"/><Relationship Id="rId15" Type="http://schemas.openxmlformats.org/officeDocument/2006/relationships/tags" Target="../tags/tag1268.xml"/><Relationship Id="rId14" Type="http://schemas.openxmlformats.org/officeDocument/2006/relationships/tags" Target="../tags/tag1267.xml"/><Relationship Id="rId13" Type="http://schemas.openxmlformats.org/officeDocument/2006/relationships/tags" Target="../tags/tag1266.xml"/><Relationship Id="rId12" Type="http://schemas.openxmlformats.org/officeDocument/2006/relationships/tags" Target="../tags/tag1265.xml"/><Relationship Id="rId11" Type="http://schemas.openxmlformats.org/officeDocument/2006/relationships/tags" Target="../tags/tag1264.xml"/><Relationship Id="rId10" Type="http://schemas.openxmlformats.org/officeDocument/2006/relationships/tags" Target="../tags/tag1263.xml"/><Relationship Id="rId1" Type="http://schemas.openxmlformats.org/officeDocument/2006/relationships/tags" Target="../tags/tag1254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1291.xml"/><Relationship Id="rId8" Type="http://schemas.openxmlformats.org/officeDocument/2006/relationships/tags" Target="../tags/tag1290.xml"/><Relationship Id="rId7" Type="http://schemas.openxmlformats.org/officeDocument/2006/relationships/tags" Target="../tags/tag1289.xml"/><Relationship Id="rId6" Type="http://schemas.openxmlformats.org/officeDocument/2006/relationships/tags" Target="../tags/tag1288.xml"/><Relationship Id="rId5" Type="http://schemas.openxmlformats.org/officeDocument/2006/relationships/tags" Target="../tags/tag1287.xml"/><Relationship Id="rId4" Type="http://schemas.openxmlformats.org/officeDocument/2006/relationships/tags" Target="../tags/tag1286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285.xml"/><Relationship Id="rId29" Type="http://schemas.openxmlformats.org/officeDocument/2006/relationships/tags" Target="../tags/tag1311.xml"/><Relationship Id="rId28" Type="http://schemas.openxmlformats.org/officeDocument/2006/relationships/tags" Target="../tags/tag1310.xml"/><Relationship Id="rId27" Type="http://schemas.openxmlformats.org/officeDocument/2006/relationships/tags" Target="../tags/tag1309.xml"/><Relationship Id="rId26" Type="http://schemas.openxmlformats.org/officeDocument/2006/relationships/tags" Target="../tags/tag1308.xml"/><Relationship Id="rId25" Type="http://schemas.openxmlformats.org/officeDocument/2006/relationships/tags" Target="../tags/tag1307.xml"/><Relationship Id="rId24" Type="http://schemas.openxmlformats.org/officeDocument/2006/relationships/tags" Target="../tags/tag1306.xml"/><Relationship Id="rId23" Type="http://schemas.openxmlformats.org/officeDocument/2006/relationships/tags" Target="../tags/tag1305.xml"/><Relationship Id="rId22" Type="http://schemas.openxmlformats.org/officeDocument/2006/relationships/tags" Target="../tags/tag1304.xml"/><Relationship Id="rId21" Type="http://schemas.openxmlformats.org/officeDocument/2006/relationships/tags" Target="../tags/tag1303.xml"/><Relationship Id="rId20" Type="http://schemas.openxmlformats.org/officeDocument/2006/relationships/tags" Target="../tags/tag1302.xml"/><Relationship Id="rId2" Type="http://schemas.openxmlformats.org/officeDocument/2006/relationships/tags" Target="../tags/tag1284.xml"/><Relationship Id="rId19" Type="http://schemas.openxmlformats.org/officeDocument/2006/relationships/tags" Target="../tags/tag1301.xml"/><Relationship Id="rId18" Type="http://schemas.openxmlformats.org/officeDocument/2006/relationships/tags" Target="../tags/tag1300.xml"/><Relationship Id="rId17" Type="http://schemas.openxmlformats.org/officeDocument/2006/relationships/tags" Target="../tags/tag1299.xml"/><Relationship Id="rId16" Type="http://schemas.openxmlformats.org/officeDocument/2006/relationships/tags" Target="../tags/tag1298.xml"/><Relationship Id="rId15" Type="http://schemas.openxmlformats.org/officeDocument/2006/relationships/tags" Target="../tags/tag1297.xml"/><Relationship Id="rId14" Type="http://schemas.openxmlformats.org/officeDocument/2006/relationships/tags" Target="../tags/tag1296.xml"/><Relationship Id="rId13" Type="http://schemas.openxmlformats.org/officeDocument/2006/relationships/tags" Target="../tags/tag1295.xml"/><Relationship Id="rId12" Type="http://schemas.openxmlformats.org/officeDocument/2006/relationships/tags" Target="../tags/tag1294.xml"/><Relationship Id="rId11" Type="http://schemas.openxmlformats.org/officeDocument/2006/relationships/tags" Target="../tags/tag1293.xml"/><Relationship Id="rId10" Type="http://schemas.openxmlformats.org/officeDocument/2006/relationships/tags" Target="../tags/tag1292.xml"/><Relationship Id="rId1" Type="http://schemas.openxmlformats.org/officeDocument/2006/relationships/tags" Target="../tags/tag1283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1320.xml"/><Relationship Id="rId8" Type="http://schemas.openxmlformats.org/officeDocument/2006/relationships/tags" Target="../tags/tag1319.xml"/><Relationship Id="rId7" Type="http://schemas.openxmlformats.org/officeDocument/2006/relationships/tags" Target="../tags/tag1318.xml"/><Relationship Id="rId6" Type="http://schemas.openxmlformats.org/officeDocument/2006/relationships/tags" Target="../tags/tag1317.xml"/><Relationship Id="rId5" Type="http://schemas.openxmlformats.org/officeDocument/2006/relationships/tags" Target="../tags/tag1316.xml"/><Relationship Id="rId4" Type="http://schemas.openxmlformats.org/officeDocument/2006/relationships/tags" Target="../tags/tag1315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314.xml"/><Relationship Id="rId29" Type="http://schemas.openxmlformats.org/officeDocument/2006/relationships/tags" Target="../tags/tag1340.xml"/><Relationship Id="rId28" Type="http://schemas.openxmlformats.org/officeDocument/2006/relationships/tags" Target="../tags/tag1339.xml"/><Relationship Id="rId27" Type="http://schemas.openxmlformats.org/officeDocument/2006/relationships/tags" Target="../tags/tag1338.xml"/><Relationship Id="rId26" Type="http://schemas.openxmlformats.org/officeDocument/2006/relationships/tags" Target="../tags/tag1337.xml"/><Relationship Id="rId25" Type="http://schemas.openxmlformats.org/officeDocument/2006/relationships/tags" Target="../tags/tag1336.xml"/><Relationship Id="rId24" Type="http://schemas.openxmlformats.org/officeDocument/2006/relationships/tags" Target="../tags/tag1335.xml"/><Relationship Id="rId23" Type="http://schemas.openxmlformats.org/officeDocument/2006/relationships/tags" Target="../tags/tag1334.xml"/><Relationship Id="rId22" Type="http://schemas.openxmlformats.org/officeDocument/2006/relationships/tags" Target="../tags/tag1333.xml"/><Relationship Id="rId21" Type="http://schemas.openxmlformats.org/officeDocument/2006/relationships/tags" Target="../tags/tag1332.xml"/><Relationship Id="rId20" Type="http://schemas.openxmlformats.org/officeDocument/2006/relationships/tags" Target="../tags/tag1331.xml"/><Relationship Id="rId2" Type="http://schemas.openxmlformats.org/officeDocument/2006/relationships/tags" Target="../tags/tag1313.xml"/><Relationship Id="rId19" Type="http://schemas.openxmlformats.org/officeDocument/2006/relationships/tags" Target="../tags/tag1330.xml"/><Relationship Id="rId18" Type="http://schemas.openxmlformats.org/officeDocument/2006/relationships/tags" Target="../tags/tag1329.xml"/><Relationship Id="rId17" Type="http://schemas.openxmlformats.org/officeDocument/2006/relationships/tags" Target="../tags/tag1328.xml"/><Relationship Id="rId16" Type="http://schemas.openxmlformats.org/officeDocument/2006/relationships/tags" Target="../tags/tag1327.xml"/><Relationship Id="rId15" Type="http://schemas.openxmlformats.org/officeDocument/2006/relationships/tags" Target="../tags/tag1326.xml"/><Relationship Id="rId14" Type="http://schemas.openxmlformats.org/officeDocument/2006/relationships/tags" Target="../tags/tag1325.xml"/><Relationship Id="rId13" Type="http://schemas.openxmlformats.org/officeDocument/2006/relationships/tags" Target="../tags/tag1324.xml"/><Relationship Id="rId12" Type="http://schemas.openxmlformats.org/officeDocument/2006/relationships/tags" Target="../tags/tag1323.xml"/><Relationship Id="rId11" Type="http://schemas.openxmlformats.org/officeDocument/2006/relationships/tags" Target="../tags/tag1322.xml"/><Relationship Id="rId10" Type="http://schemas.openxmlformats.org/officeDocument/2006/relationships/tags" Target="../tags/tag1321.xml"/><Relationship Id="rId1" Type="http://schemas.openxmlformats.org/officeDocument/2006/relationships/tags" Target="../tags/tag13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887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1.请设计实现两个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链式存储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的一元多项式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乘法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运算的算法，并分析该算法的时间复杂度。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1560" y="2988310"/>
            <a:ext cx="14433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单向链表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1560" y="1623060"/>
            <a:ext cx="1455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一元多项式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5" name="图片 4" descr="Snipaste_2023-10-21_09-50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025" y="1678305"/>
            <a:ext cx="1800225" cy="9328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090285" y="394779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506845" y="39535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6903085" y="394779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43635" y="3615055"/>
            <a:ext cx="3961765" cy="2285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struct LNode </a:t>
            </a:r>
            <a:endParaRPr lang="zh-CN" altLang="en-US" sz="2000"/>
          </a:p>
          <a:p>
            <a:r>
              <a:rPr lang="zh-CN" altLang="en-US" sz="2000"/>
              <a:t>{</a:t>
            </a:r>
            <a:endParaRPr lang="zh-CN" altLang="en-US" sz="2000"/>
          </a:p>
          <a:p>
            <a:r>
              <a:rPr lang="zh-CN" altLang="en-US" sz="2000"/>
              <a:t>    int coef; // 系数</a:t>
            </a:r>
            <a:endParaRPr lang="zh-CN" altLang="en-US" sz="2000"/>
          </a:p>
          <a:p>
            <a:r>
              <a:rPr lang="zh-CN" altLang="en-US" sz="2000"/>
              <a:t>    int expon; // 指数</a:t>
            </a:r>
            <a:endParaRPr lang="zh-CN" altLang="en-US" sz="2000"/>
          </a:p>
          <a:p>
            <a:r>
              <a:rPr lang="zh-CN" altLang="en-US" sz="2000"/>
              <a:t>    PtrToLNode next; // 指针</a:t>
            </a:r>
            <a:endParaRPr lang="zh-CN" altLang="en-US" sz="2000"/>
          </a:p>
          <a:p>
            <a:r>
              <a:rPr lang="zh-CN" altLang="en-US" sz="2000"/>
              <a:t>};</a:t>
            </a:r>
            <a:endParaRPr lang="zh-CN" altLang="en-US" sz="2000"/>
          </a:p>
          <a:p>
            <a:r>
              <a:rPr lang="zh-CN" altLang="en-US" sz="2000"/>
              <a:t>typedef struct LNode *PtrToLNode;</a:t>
            </a:r>
            <a:endParaRPr lang="zh-CN" altLang="en-US" sz="2000"/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7466965" y="394779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>
            <p:custDataLst>
              <p:tags r:id="rId4"/>
            </p:custDataLst>
          </p:nvPr>
        </p:nvCxnSpPr>
        <p:spPr>
          <a:xfrm>
            <a:off x="7883525" y="39535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5"/>
            </p:custDataLst>
          </p:nvPr>
        </p:nvCxnSpPr>
        <p:spPr>
          <a:xfrm>
            <a:off x="8279765" y="394779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20" idx="1"/>
          </p:cNvCxnSpPr>
          <p:nvPr/>
        </p:nvCxnSpPr>
        <p:spPr>
          <a:xfrm flipV="1">
            <a:off x="7085965" y="415480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6"/>
            </p:custDataLst>
          </p:nvPr>
        </p:nvSpPr>
        <p:spPr>
          <a:xfrm>
            <a:off x="8843645" y="395351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9260205" y="395922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8"/>
            </p:custDataLst>
          </p:nvPr>
        </p:nvCxnSpPr>
        <p:spPr>
          <a:xfrm>
            <a:off x="9656445" y="395351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24" idx="1"/>
          </p:cNvCxnSpPr>
          <p:nvPr>
            <p:custDataLst>
              <p:tags r:id="rId9"/>
            </p:custDataLst>
          </p:nvPr>
        </p:nvCxnSpPr>
        <p:spPr>
          <a:xfrm flipV="1">
            <a:off x="8462645" y="41605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10224135" y="394589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>
            <p:custDataLst>
              <p:tags r:id="rId11"/>
            </p:custDataLst>
          </p:nvPr>
        </p:nvCxnSpPr>
        <p:spPr>
          <a:xfrm>
            <a:off x="10640695" y="3951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>
            <a:off x="11036935" y="394589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28" idx="1"/>
          </p:cNvCxnSpPr>
          <p:nvPr>
            <p:custDataLst>
              <p:tags r:id="rId13"/>
            </p:custDataLst>
          </p:nvPr>
        </p:nvCxnSpPr>
        <p:spPr>
          <a:xfrm flipV="1">
            <a:off x="9843135" y="41529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186170" y="395922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6577330" y="395922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7547610" y="4005580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-5</a:t>
            </a:r>
            <a:endParaRPr lang="en-US" altLang="zh-CN"/>
          </a:p>
        </p:txBody>
      </p:sp>
      <p:sp>
        <p:nvSpPr>
          <p:cNvPr id="35" name="文本框 34"/>
          <p:cNvSpPr txBox="1"/>
          <p:nvPr>
            <p:custDataLst>
              <p:tags r:id="rId16"/>
            </p:custDataLst>
          </p:nvPr>
        </p:nvSpPr>
        <p:spPr>
          <a:xfrm>
            <a:off x="7954010" y="40055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6" name="文本框 35"/>
          <p:cNvSpPr txBox="1"/>
          <p:nvPr>
            <p:custDataLst>
              <p:tags r:id="rId17"/>
            </p:custDataLst>
          </p:nvPr>
        </p:nvSpPr>
        <p:spPr>
          <a:xfrm>
            <a:off x="8924290" y="40055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9340850" y="40055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10300970" y="4005580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</a:t>
            </a:r>
            <a:endParaRPr lang="en-US" altLang="zh-CN"/>
          </a:p>
        </p:txBody>
      </p:sp>
      <p:sp>
        <p:nvSpPr>
          <p:cNvPr id="39" name="文本框 38"/>
          <p:cNvSpPr txBox="1"/>
          <p:nvPr>
            <p:custDataLst>
              <p:tags r:id="rId20"/>
            </p:custDataLst>
          </p:nvPr>
        </p:nvSpPr>
        <p:spPr>
          <a:xfrm>
            <a:off x="10711180" y="40055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21"/>
            </p:custDataLst>
          </p:nvPr>
        </p:nvSpPr>
        <p:spPr>
          <a:xfrm>
            <a:off x="11036935" y="400558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45" name="矩形 44"/>
          <p:cNvSpPr/>
          <p:nvPr>
            <p:custDataLst>
              <p:tags r:id="rId22"/>
            </p:custDataLst>
          </p:nvPr>
        </p:nvSpPr>
        <p:spPr>
          <a:xfrm>
            <a:off x="6090285" y="482790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>
            <p:custDataLst>
              <p:tags r:id="rId23"/>
            </p:custDataLst>
          </p:nvPr>
        </p:nvCxnSpPr>
        <p:spPr>
          <a:xfrm>
            <a:off x="6506845" y="483362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24"/>
            </p:custDataLst>
          </p:nvPr>
        </p:nvCxnSpPr>
        <p:spPr>
          <a:xfrm>
            <a:off x="6903085" y="482790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>
            <p:custDataLst>
              <p:tags r:id="rId25"/>
            </p:custDataLst>
          </p:nvPr>
        </p:nvSpPr>
        <p:spPr>
          <a:xfrm>
            <a:off x="7466965" y="483362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>
            <p:custDataLst>
              <p:tags r:id="rId26"/>
            </p:custDataLst>
          </p:nvPr>
        </p:nvCxnSpPr>
        <p:spPr>
          <a:xfrm>
            <a:off x="7883525" y="48393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27"/>
            </p:custDataLst>
          </p:nvPr>
        </p:nvCxnSpPr>
        <p:spPr>
          <a:xfrm>
            <a:off x="8279765" y="483362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49" idx="1"/>
          </p:cNvCxnSpPr>
          <p:nvPr>
            <p:custDataLst>
              <p:tags r:id="rId28"/>
            </p:custDataLst>
          </p:nvPr>
        </p:nvCxnSpPr>
        <p:spPr>
          <a:xfrm flipV="1">
            <a:off x="7085965" y="504063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29"/>
            </p:custDataLst>
          </p:nvPr>
        </p:nvSpPr>
        <p:spPr>
          <a:xfrm>
            <a:off x="8847455" y="482600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>
            <p:custDataLst>
              <p:tags r:id="rId30"/>
            </p:custDataLst>
          </p:nvPr>
        </p:nvCxnSpPr>
        <p:spPr>
          <a:xfrm>
            <a:off x="9264015" y="48317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31"/>
            </p:custDataLst>
          </p:nvPr>
        </p:nvCxnSpPr>
        <p:spPr>
          <a:xfrm>
            <a:off x="9660255" y="482600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endCxn id="53" idx="1"/>
          </p:cNvCxnSpPr>
          <p:nvPr>
            <p:custDataLst>
              <p:tags r:id="rId32"/>
            </p:custDataLst>
          </p:nvPr>
        </p:nvCxnSpPr>
        <p:spPr>
          <a:xfrm flipV="1">
            <a:off x="8466455" y="503301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33"/>
            </p:custDataLst>
          </p:nvPr>
        </p:nvSpPr>
        <p:spPr>
          <a:xfrm>
            <a:off x="6170930" y="4885690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34"/>
            </p:custDataLst>
          </p:nvPr>
        </p:nvSpPr>
        <p:spPr>
          <a:xfrm>
            <a:off x="6506845" y="4885690"/>
            <a:ext cx="5080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61" name="文本框 60"/>
          <p:cNvSpPr txBox="1"/>
          <p:nvPr>
            <p:custDataLst>
              <p:tags r:id="rId35"/>
            </p:custDataLst>
          </p:nvPr>
        </p:nvSpPr>
        <p:spPr>
          <a:xfrm>
            <a:off x="7547610" y="4885690"/>
            <a:ext cx="41656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-7</a:t>
            </a:r>
            <a:endParaRPr lang="en-US" altLang="zh-CN"/>
          </a:p>
        </p:txBody>
      </p:sp>
      <p:sp>
        <p:nvSpPr>
          <p:cNvPr id="62" name="文本框 61"/>
          <p:cNvSpPr txBox="1"/>
          <p:nvPr>
            <p:custDataLst>
              <p:tags r:id="rId36"/>
            </p:custDataLst>
          </p:nvPr>
        </p:nvSpPr>
        <p:spPr>
          <a:xfrm>
            <a:off x="7964170" y="48856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37"/>
            </p:custDataLst>
          </p:nvPr>
        </p:nvSpPr>
        <p:spPr>
          <a:xfrm>
            <a:off x="8924290" y="4885690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4" name="文本框 63"/>
          <p:cNvSpPr txBox="1"/>
          <p:nvPr>
            <p:custDataLst>
              <p:tags r:id="rId38"/>
            </p:custDataLst>
          </p:nvPr>
        </p:nvSpPr>
        <p:spPr>
          <a:xfrm>
            <a:off x="9334500" y="48856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5" name="文本框 64"/>
          <p:cNvSpPr txBox="1"/>
          <p:nvPr>
            <p:custDataLst>
              <p:tags r:id="rId39"/>
            </p:custDataLst>
          </p:nvPr>
        </p:nvSpPr>
        <p:spPr>
          <a:xfrm>
            <a:off x="9660255" y="488569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405755" y="398399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40"/>
            </p:custDataLst>
          </p:nvPr>
        </p:nvSpPr>
        <p:spPr>
          <a:xfrm>
            <a:off x="5405755" y="481076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L2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52475" y="343535"/>
            <a:ext cx="132842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乘法运算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90745" y="9937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107305" y="9994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1"/>
            </p:custDataLst>
          </p:nvPr>
        </p:nvCxnSpPr>
        <p:spPr>
          <a:xfrm>
            <a:off x="5503545" y="9937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6067425" y="9937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>
            <a:off x="6483985" y="9994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6880225" y="9937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20" idx="1"/>
          </p:cNvCxnSpPr>
          <p:nvPr/>
        </p:nvCxnSpPr>
        <p:spPr>
          <a:xfrm flipV="1">
            <a:off x="5686425" y="12007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>
            <a:off x="7444105" y="99949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>
            <p:custDataLst>
              <p:tags r:id="rId6"/>
            </p:custDataLst>
          </p:nvPr>
        </p:nvCxnSpPr>
        <p:spPr>
          <a:xfrm>
            <a:off x="7860665" y="10052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7"/>
            </p:custDataLst>
          </p:nvPr>
        </p:nvCxnSpPr>
        <p:spPr>
          <a:xfrm>
            <a:off x="8256905" y="99949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24" idx="1"/>
          </p:cNvCxnSpPr>
          <p:nvPr>
            <p:custDataLst>
              <p:tags r:id="rId8"/>
            </p:custDataLst>
          </p:nvPr>
        </p:nvCxnSpPr>
        <p:spPr>
          <a:xfrm flipV="1">
            <a:off x="7063105" y="12065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8824595" y="99187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>
            <p:custDataLst>
              <p:tags r:id="rId10"/>
            </p:custDataLst>
          </p:nvPr>
        </p:nvCxnSpPr>
        <p:spPr>
          <a:xfrm>
            <a:off x="9241155" y="99758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1"/>
            </p:custDataLst>
          </p:nvPr>
        </p:nvCxnSpPr>
        <p:spPr>
          <a:xfrm>
            <a:off x="9637395" y="99187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28" idx="1"/>
          </p:cNvCxnSpPr>
          <p:nvPr>
            <p:custDataLst>
              <p:tags r:id="rId12"/>
            </p:custDataLst>
          </p:nvPr>
        </p:nvCxnSpPr>
        <p:spPr>
          <a:xfrm flipV="1">
            <a:off x="8443595" y="119888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786630" y="100520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5177790" y="100520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6148070" y="1051560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-5</a:t>
            </a:r>
            <a:endParaRPr lang="en-US" altLang="zh-CN"/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6554470" y="105156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6" name="文本框 35"/>
          <p:cNvSpPr txBox="1"/>
          <p:nvPr>
            <p:custDataLst>
              <p:tags r:id="rId16"/>
            </p:custDataLst>
          </p:nvPr>
        </p:nvSpPr>
        <p:spPr>
          <a:xfrm>
            <a:off x="7524750" y="105156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37" name="文本框 36"/>
          <p:cNvSpPr txBox="1"/>
          <p:nvPr>
            <p:custDataLst>
              <p:tags r:id="rId17"/>
            </p:custDataLst>
          </p:nvPr>
        </p:nvSpPr>
        <p:spPr>
          <a:xfrm>
            <a:off x="7941310" y="105156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8901430" y="1051560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</a:t>
            </a:r>
            <a:endParaRPr lang="en-US" altLang="zh-CN"/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9311640" y="105156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20"/>
            </p:custDataLst>
          </p:nvPr>
        </p:nvSpPr>
        <p:spPr>
          <a:xfrm>
            <a:off x="9637395" y="105156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45" name="矩形 44"/>
          <p:cNvSpPr/>
          <p:nvPr>
            <p:custDataLst>
              <p:tags r:id="rId21"/>
            </p:custDataLst>
          </p:nvPr>
        </p:nvSpPr>
        <p:spPr>
          <a:xfrm>
            <a:off x="4690745" y="235140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>
            <p:custDataLst>
              <p:tags r:id="rId22"/>
            </p:custDataLst>
          </p:nvPr>
        </p:nvCxnSpPr>
        <p:spPr>
          <a:xfrm>
            <a:off x="5107305" y="235712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23"/>
            </p:custDataLst>
          </p:nvPr>
        </p:nvCxnSpPr>
        <p:spPr>
          <a:xfrm>
            <a:off x="5503545" y="235140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>
            <p:custDataLst>
              <p:tags r:id="rId24"/>
            </p:custDataLst>
          </p:nvPr>
        </p:nvSpPr>
        <p:spPr>
          <a:xfrm>
            <a:off x="6067425" y="235712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>
            <p:custDataLst>
              <p:tags r:id="rId25"/>
            </p:custDataLst>
          </p:nvPr>
        </p:nvCxnSpPr>
        <p:spPr>
          <a:xfrm>
            <a:off x="6483985" y="23628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>
            <p:custDataLst>
              <p:tags r:id="rId26"/>
            </p:custDataLst>
          </p:nvPr>
        </p:nvCxnSpPr>
        <p:spPr>
          <a:xfrm>
            <a:off x="6880225" y="235712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49" idx="1"/>
          </p:cNvCxnSpPr>
          <p:nvPr>
            <p:custDataLst>
              <p:tags r:id="rId27"/>
            </p:custDataLst>
          </p:nvPr>
        </p:nvCxnSpPr>
        <p:spPr>
          <a:xfrm flipV="1">
            <a:off x="5686425" y="256413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矩形 52"/>
          <p:cNvSpPr/>
          <p:nvPr>
            <p:custDataLst>
              <p:tags r:id="rId28"/>
            </p:custDataLst>
          </p:nvPr>
        </p:nvSpPr>
        <p:spPr>
          <a:xfrm>
            <a:off x="7447915" y="234950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>
            <p:custDataLst>
              <p:tags r:id="rId29"/>
            </p:custDataLst>
          </p:nvPr>
        </p:nvCxnSpPr>
        <p:spPr>
          <a:xfrm>
            <a:off x="7864475" y="2355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30"/>
            </p:custDataLst>
          </p:nvPr>
        </p:nvCxnSpPr>
        <p:spPr>
          <a:xfrm>
            <a:off x="8260715" y="234950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endCxn id="53" idx="1"/>
          </p:cNvCxnSpPr>
          <p:nvPr>
            <p:custDataLst>
              <p:tags r:id="rId31"/>
            </p:custDataLst>
          </p:nvPr>
        </p:nvCxnSpPr>
        <p:spPr>
          <a:xfrm flipV="1">
            <a:off x="7066915" y="255651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32"/>
            </p:custDataLst>
          </p:nvPr>
        </p:nvSpPr>
        <p:spPr>
          <a:xfrm>
            <a:off x="4771390" y="2409190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33"/>
            </p:custDataLst>
          </p:nvPr>
        </p:nvSpPr>
        <p:spPr>
          <a:xfrm>
            <a:off x="5107305" y="2409190"/>
            <a:ext cx="5080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61" name="文本框 60"/>
          <p:cNvSpPr txBox="1"/>
          <p:nvPr>
            <p:custDataLst>
              <p:tags r:id="rId34"/>
            </p:custDataLst>
          </p:nvPr>
        </p:nvSpPr>
        <p:spPr>
          <a:xfrm>
            <a:off x="6148070" y="2409190"/>
            <a:ext cx="41656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-7</a:t>
            </a:r>
            <a:endParaRPr lang="en-US" altLang="zh-CN"/>
          </a:p>
        </p:txBody>
      </p:sp>
      <p:sp>
        <p:nvSpPr>
          <p:cNvPr id="62" name="文本框 61"/>
          <p:cNvSpPr txBox="1"/>
          <p:nvPr>
            <p:custDataLst>
              <p:tags r:id="rId35"/>
            </p:custDataLst>
          </p:nvPr>
        </p:nvSpPr>
        <p:spPr>
          <a:xfrm>
            <a:off x="6564630" y="24091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36"/>
            </p:custDataLst>
          </p:nvPr>
        </p:nvSpPr>
        <p:spPr>
          <a:xfrm>
            <a:off x="7524750" y="2409190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4" name="文本框 63"/>
          <p:cNvSpPr txBox="1"/>
          <p:nvPr>
            <p:custDataLst>
              <p:tags r:id="rId37"/>
            </p:custDataLst>
          </p:nvPr>
        </p:nvSpPr>
        <p:spPr>
          <a:xfrm>
            <a:off x="7934960" y="24091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5" name="文本框 64"/>
          <p:cNvSpPr txBox="1"/>
          <p:nvPr>
            <p:custDataLst>
              <p:tags r:id="rId38"/>
            </p:custDataLst>
          </p:nvPr>
        </p:nvSpPr>
        <p:spPr>
          <a:xfrm>
            <a:off x="8260715" y="240919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011930" y="102997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39"/>
            </p:custDataLst>
          </p:nvPr>
        </p:nvSpPr>
        <p:spPr>
          <a:xfrm>
            <a:off x="4011930" y="234950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72" name="矩形 171"/>
          <p:cNvSpPr/>
          <p:nvPr>
            <p:custDataLst>
              <p:tags r:id="rId40"/>
            </p:custDataLst>
          </p:nvPr>
        </p:nvSpPr>
        <p:spPr>
          <a:xfrm>
            <a:off x="6067425" y="372808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3" name="直接连接符 172"/>
          <p:cNvCxnSpPr/>
          <p:nvPr>
            <p:custDataLst>
              <p:tags r:id="rId41"/>
            </p:custDataLst>
          </p:nvPr>
        </p:nvCxnSpPr>
        <p:spPr>
          <a:xfrm>
            <a:off x="6483985" y="373380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42"/>
            </p:custDataLst>
          </p:nvPr>
        </p:nvCxnSpPr>
        <p:spPr>
          <a:xfrm>
            <a:off x="6880225" y="372808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5" name="矩形 174"/>
          <p:cNvSpPr/>
          <p:nvPr>
            <p:custDataLst>
              <p:tags r:id="rId43"/>
            </p:custDataLst>
          </p:nvPr>
        </p:nvSpPr>
        <p:spPr>
          <a:xfrm>
            <a:off x="7444105" y="372808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6" name="直接连接符 175"/>
          <p:cNvCxnSpPr/>
          <p:nvPr>
            <p:custDataLst>
              <p:tags r:id="rId44"/>
            </p:custDataLst>
          </p:nvPr>
        </p:nvCxnSpPr>
        <p:spPr>
          <a:xfrm>
            <a:off x="7860665" y="373380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>
            <p:custDataLst>
              <p:tags r:id="rId45"/>
            </p:custDataLst>
          </p:nvPr>
        </p:nvCxnSpPr>
        <p:spPr>
          <a:xfrm>
            <a:off x="8256905" y="372808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直接箭头连接符 177"/>
          <p:cNvCxnSpPr>
            <a:endCxn id="175" idx="1"/>
          </p:cNvCxnSpPr>
          <p:nvPr>
            <p:custDataLst>
              <p:tags r:id="rId46"/>
            </p:custDataLst>
          </p:nvPr>
        </p:nvCxnSpPr>
        <p:spPr>
          <a:xfrm flipV="1">
            <a:off x="7063105" y="393509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矩形 178"/>
          <p:cNvSpPr/>
          <p:nvPr>
            <p:custDataLst>
              <p:tags r:id="rId47"/>
            </p:custDataLst>
          </p:nvPr>
        </p:nvSpPr>
        <p:spPr>
          <a:xfrm>
            <a:off x="8820785" y="373380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0" name="直接连接符 179"/>
          <p:cNvCxnSpPr/>
          <p:nvPr>
            <p:custDataLst>
              <p:tags r:id="rId48"/>
            </p:custDataLst>
          </p:nvPr>
        </p:nvCxnSpPr>
        <p:spPr>
          <a:xfrm>
            <a:off x="9237345" y="37395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>
            <p:custDataLst>
              <p:tags r:id="rId49"/>
            </p:custDataLst>
          </p:nvPr>
        </p:nvCxnSpPr>
        <p:spPr>
          <a:xfrm>
            <a:off x="9633585" y="373380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endCxn id="179" idx="1"/>
          </p:cNvCxnSpPr>
          <p:nvPr>
            <p:custDataLst>
              <p:tags r:id="rId50"/>
            </p:custDataLst>
          </p:nvPr>
        </p:nvCxnSpPr>
        <p:spPr>
          <a:xfrm flipV="1">
            <a:off x="8439785" y="394081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>
            <p:custDataLst>
              <p:tags r:id="rId51"/>
            </p:custDataLst>
          </p:nvPr>
        </p:nvSpPr>
        <p:spPr>
          <a:xfrm>
            <a:off x="6068060" y="3739515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188" name="文本框 187"/>
          <p:cNvSpPr txBox="1"/>
          <p:nvPr>
            <p:custDataLst>
              <p:tags r:id="rId52"/>
            </p:custDataLst>
          </p:nvPr>
        </p:nvSpPr>
        <p:spPr>
          <a:xfrm>
            <a:off x="6480175" y="3742055"/>
            <a:ext cx="43434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24</a:t>
            </a:r>
            <a:endParaRPr lang="en-US" altLang="zh-CN"/>
          </a:p>
        </p:txBody>
      </p:sp>
      <p:sp>
        <p:nvSpPr>
          <p:cNvPr id="189" name="文本框 188"/>
          <p:cNvSpPr txBox="1"/>
          <p:nvPr>
            <p:custDataLst>
              <p:tags r:id="rId53"/>
            </p:custDataLst>
          </p:nvPr>
        </p:nvSpPr>
        <p:spPr>
          <a:xfrm>
            <a:off x="7444105" y="3785870"/>
            <a:ext cx="54927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-21</a:t>
            </a:r>
            <a:endParaRPr lang="en-US" altLang="zh-CN"/>
          </a:p>
        </p:txBody>
      </p:sp>
      <p:sp>
        <p:nvSpPr>
          <p:cNvPr id="190" name="文本框 189"/>
          <p:cNvSpPr txBox="1"/>
          <p:nvPr>
            <p:custDataLst>
              <p:tags r:id="rId54"/>
            </p:custDataLst>
          </p:nvPr>
        </p:nvSpPr>
        <p:spPr>
          <a:xfrm>
            <a:off x="7931150" y="378587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91" name="文本框 190"/>
          <p:cNvSpPr txBox="1"/>
          <p:nvPr>
            <p:custDataLst>
              <p:tags r:id="rId55"/>
            </p:custDataLst>
          </p:nvPr>
        </p:nvSpPr>
        <p:spPr>
          <a:xfrm>
            <a:off x="8901430" y="378587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92" name="文本框 191"/>
          <p:cNvSpPr txBox="1"/>
          <p:nvPr>
            <p:custDataLst>
              <p:tags r:id="rId56"/>
            </p:custDataLst>
          </p:nvPr>
        </p:nvSpPr>
        <p:spPr>
          <a:xfrm>
            <a:off x="9317990" y="378587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96" name="矩形 195"/>
          <p:cNvSpPr/>
          <p:nvPr>
            <p:custDataLst>
              <p:tags r:id="rId57"/>
            </p:custDataLst>
          </p:nvPr>
        </p:nvSpPr>
        <p:spPr>
          <a:xfrm>
            <a:off x="4691380" y="373634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58"/>
            </p:custDataLst>
          </p:nvPr>
        </p:nvCxnSpPr>
        <p:spPr>
          <a:xfrm>
            <a:off x="5107940" y="374205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>
            <p:custDataLst>
              <p:tags r:id="rId59"/>
            </p:custDataLst>
          </p:nvPr>
        </p:nvCxnSpPr>
        <p:spPr>
          <a:xfrm>
            <a:off x="5504180" y="373634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60"/>
            </p:custDataLst>
          </p:nvPr>
        </p:nvCxnSpPr>
        <p:spPr>
          <a:xfrm flipV="1">
            <a:off x="5687060" y="394906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61"/>
            </p:custDataLst>
          </p:nvPr>
        </p:nvSpPr>
        <p:spPr>
          <a:xfrm>
            <a:off x="4060825" y="377952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L3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01" name="图片 200" descr="Snipaste_2023-10-21_09-50-34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/>
          <a:stretch>
            <a:fillRect/>
          </a:stretch>
        </p:blipFill>
        <p:spPr>
          <a:xfrm>
            <a:off x="10557510" y="131445"/>
            <a:ext cx="1405255" cy="728345"/>
          </a:xfrm>
          <a:prstGeom prst="rect">
            <a:avLst/>
          </a:prstGeom>
        </p:spPr>
      </p:pic>
      <p:sp>
        <p:nvSpPr>
          <p:cNvPr id="202" name="文本框 201"/>
          <p:cNvSpPr txBox="1"/>
          <p:nvPr/>
        </p:nvSpPr>
        <p:spPr>
          <a:xfrm>
            <a:off x="10057130" y="3735705"/>
            <a:ext cx="200406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15x</a:t>
            </a:r>
            <a:r>
              <a:rPr lang="en-US" altLang="zh-CN" b="1" baseline="30000"/>
              <a:t>24</a:t>
            </a:r>
            <a:r>
              <a:rPr lang="en-US" altLang="zh-CN" b="1"/>
              <a:t>-21x</a:t>
            </a:r>
            <a:r>
              <a:rPr lang="en-US" altLang="zh-CN" b="1" baseline="30000"/>
              <a:t>8</a:t>
            </a:r>
            <a:r>
              <a:rPr lang="en-US" altLang="zh-CN" b="1"/>
              <a:t>+9x</a:t>
            </a:r>
            <a:r>
              <a:rPr lang="en-US" altLang="zh-CN" b="1" baseline="30000"/>
              <a:t>5</a:t>
            </a:r>
            <a:endParaRPr lang="en-US" altLang="zh-CN" b="1" baseline="30000"/>
          </a:p>
        </p:txBody>
      </p:sp>
      <p:sp>
        <p:nvSpPr>
          <p:cNvPr id="203" name="文本框 202"/>
          <p:cNvSpPr txBox="1"/>
          <p:nvPr/>
        </p:nvSpPr>
        <p:spPr>
          <a:xfrm>
            <a:off x="4004310" y="4214495"/>
            <a:ext cx="1380490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rgbClr val="FF0000"/>
                </a:solidFill>
              </a:rPr>
              <a:t>存放运算结果</a:t>
            </a:r>
            <a:endParaRPr lang="zh-CN" altLang="en-US" sz="1400">
              <a:solidFill>
                <a:srgbClr val="FF0000"/>
              </a:solidFill>
            </a:endParaRPr>
          </a:p>
        </p:txBody>
      </p:sp>
      <p:cxnSp>
        <p:nvCxnSpPr>
          <p:cNvPr id="205" name="直接箭头连接符 204"/>
          <p:cNvCxnSpPr/>
          <p:nvPr/>
        </p:nvCxnSpPr>
        <p:spPr>
          <a:xfrm flipH="1">
            <a:off x="5078730" y="67183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6" name="文本框 205"/>
          <p:cNvSpPr txBox="1"/>
          <p:nvPr/>
        </p:nvSpPr>
        <p:spPr>
          <a:xfrm>
            <a:off x="5370830" y="43053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07" name="直接箭头连接符 206"/>
          <p:cNvCxnSpPr/>
          <p:nvPr>
            <p:custDataLst>
              <p:tags r:id="rId64"/>
            </p:custDataLst>
          </p:nvPr>
        </p:nvCxnSpPr>
        <p:spPr>
          <a:xfrm flipH="1">
            <a:off x="7898130" y="2005965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>
            <p:custDataLst>
              <p:tags r:id="rId65"/>
            </p:custDataLst>
          </p:nvPr>
        </p:nvSpPr>
        <p:spPr>
          <a:xfrm>
            <a:off x="8190230" y="1748155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10" name="直接箭头连接符 209"/>
          <p:cNvCxnSpPr/>
          <p:nvPr>
            <p:custDataLst>
              <p:tags r:id="rId66"/>
            </p:custDataLst>
          </p:nvPr>
        </p:nvCxnSpPr>
        <p:spPr>
          <a:xfrm flipH="1">
            <a:off x="9236710" y="342138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>
            <p:custDataLst>
              <p:tags r:id="rId67"/>
            </p:custDataLst>
          </p:nvPr>
        </p:nvSpPr>
        <p:spPr>
          <a:xfrm>
            <a:off x="9500870" y="3183255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12" name="文本框 211"/>
          <p:cNvSpPr txBox="1"/>
          <p:nvPr>
            <p:custDataLst>
              <p:tags r:id="rId68"/>
            </p:custDataLst>
          </p:nvPr>
        </p:nvSpPr>
        <p:spPr>
          <a:xfrm>
            <a:off x="9629775" y="377952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5266055" y="3287395"/>
            <a:ext cx="288925" cy="304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554980" y="3053080"/>
            <a:ext cx="9251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2">
                    <a:lumMod val="50000"/>
                    <a:lumOff val="50000"/>
                  </a:schemeClr>
                </a:solidFill>
              </a:rPr>
              <a:t>头结点</a:t>
            </a:r>
            <a:endParaRPr lang="zh-CN" altLang="en-US" sz="140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9"/>
            </p:custDataLst>
          </p:nvPr>
        </p:nvSpPr>
        <p:spPr>
          <a:xfrm>
            <a:off x="693420" y="1116965"/>
            <a:ext cx="2714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①</a:t>
            </a:r>
            <a:r>
              <a:rPr lang="en-US" altLang="zh-CN">
                <a:highlight>
                  <a:srgbClr val="FFFF00"/>
                </a:highlight>
              </a:rPr>
              <a:t>L1</a:t>
            </a:r>
            <a:r>
              <a:rPr lang="zh-CN" altLang="en-US">
                <a:highlight>
                  <a:srgbClr val="FFFF00"/>
                </a:highlight>
              </a:rPr>
              <a:t>的第一项乘以</a:t>
            </a:r>
            <a:r>
              <a:rPr lang="en-US" altLang="zh-CN">
                <a:highlight>
                  <a:srgbClr val="FFFF00"/>
                </a:highlight>
              </a:rPr>
              <a:t>L2</a:t>
            </a:r>
            <a:r>
              <a:rPr lang="zh-CN" altLang="en-US">
                <a:highlight>
                  <a:srgbClr val="FFFF00"/>
                </a:highlight>
              </a:rPr>
              <a:t>的每一项，初始化</a:t>
            </a:r>
            <a:r>
              <a:rPr lang="en-US" altLang="zh-CN">
                <a:highlight>
                  <a:srgbClr val="FFFF00"/>
                </a:highlight>
              </a:rPr>
              <a:t>L3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52475" y="343535"/>
            <a:ext cx="1455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乘法运算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172" name="矩形 171"/>
          <p:cNvSpPr/>
          <p:nvPr>
            <p:custDataLst>
              <p:tags r:id="rId1"/>
            </p:custDataLst>
          </p:nvPr>
        </p:nvSpPr>
        <p:spPr>
          <a:xfrm>
            <a:off x="6072505" y="374396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3" name="直接连接符 172"/>
          <p:cNvCxnSpPr/>
          <p:nvPr>
            <p:custDataLst>
              <p:tags r:id="rId2"/>
            </p:custDataLst>
          </p:nvPr>
        </p:nvCxnSpPr>
        <p:spPr>
          <a:xfrm>
            <a:off x="6489065" y="374967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3"/>
            </p:custDataLst>
          </p:nvPr>
        </p:nvCxnSpPr>
        <p:spPr>
          <a:xfrm>
            <a:off x="6885305" y="374396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5" name="矩形 174"/>
          <p:cNvSpPr/>
          <p:nvPr>
            <p:custDataLst>
              <p:tags r:id="rId4"/>
            </p:custDataLst>
          </p:nvPr>
        </p:nvSpPr>
        <p:spPr>
          <a:xfrm>
            <a:off x="7449185" y="374396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865745" y="374967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8261985" y="374396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直接箭头连接符 177"/>
          <p:cNvCxnSpPr>
            <a:endCxn id="175" idx="1"/>
          </p:cNvCxnSpPr>
          <p:nvPr>
            <p:custDataLst>
              <p:tags r:id="rId7"/>
            </p:custDataLst>
          </p:nvPr>
        </p:nvCxnSpPr>
        <p:spPr>
          <a:xfrm flipV="1">
            <a:off x="7068185" y="395097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矩形 178"/>
          <p:cNvSpPr/>
          <p:nvPr>
            <p:custDataLst>
              <p:tags r:id="rId8"/>
            </p:custDataLst>
          </p:nvPr>
        </p:nvSpPr>
        <p:spPr>
          <a:xfrm>
            <a:off x="8825865" y="37496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0" name="直接连接符 179"/>
          <p:cNvCxnSpPr/>
          <p:nvPr>
            <p:custDataLst>
              <p:tags r:id="rId9"/>
            </p:custDataLst>
          </p:nvPr>
        </p:nvCxnSpPr>
        <p:spPr>
          <a:xfrm>
            <a:off x="9242425" y="37553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>
            <p:custDataLst>
              <p:tags r:id="rId10"/>
            </p:custDataLst>
          </p:nvPr>
        </p:nvCxnSpPr>
        <p:spPr>
          <a:xfrm>
            <a:off x="9638665" y="37496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endCxn id="179" idx="1"/>
          </p:cNvCxnSpPr>
          <p:nvPr>
            <p:custDataLst>
              <p:tags r:id="rId11"/>
            </p:custDataLst>
          </p:nvPr>
        </p:nvCxnSpPr>
        <p:spPr>
          <a:xfrm flipV="1">
            <a:off x="8444865" y="39566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>
            <p:custDataLst>
              <p:tags r:id="rId12"/>
            </p:custDataLst>
          </p:nvPr>
        </p:nvSpPr>
        <p:spPr>
          <a:xfrm>
            <a:off x="6073140" y="3755390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188" name="文本框 187"/>
          <p:cNvSpPr txBox="1"/>
          <p:nvPr>
            <p:custDataLst>
              <p:tags r:id="rId13"/>
            </p:custDataLst>
          </p:nvPr>
        </p:nvSpPr>
        <p:spPr>
          <a:xfrm>
            <a:off x="6485255" y="3757930"/>
            <a:ext cx="43434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24</a:t>
            </a:r>
            <a:endParaRPr lang="en-US" altLang="zh-CN"/>
          </a:p>
        </p:txBody>
      </p:sp>
      <p:sp>
        <p:nvSpPr>
          <p:cNvPr id="189" name="文本框 188"/>
          <p:cNvSpPr txBox="1"/>
          <p:nvPr>
            <p:custDataLst>
              <p:tags r:id="rId14"/>
            </p:custDataLst>
          </p:nvPr>
        </p:nvSpPr>
        <p:spPr>
          <a:xfrm>
            <a:off x="7449185" y="3801745"/>
            <a:ext cx="54927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-21</a:t>
            </a:r>
            <a:endParaRPr lang="en-US" altLang="zh-CN"/>
          </a:p>
        </p:txBody>
      </p:sp>
      <p:sp>
        <p:nvSpPr>
          <p:cNvPr id="190" name="文本框 189"/>
          <p:cNvSpPr txBox="1"/>
          <p:nvPr>
            <p:custDataLst>
              <p:tags r:id="rId15"/>
            </p:custDataLst>
          </p:nvPr>
        </p:nvSpPr>
        <p:spPr>
          <a:xfrm>
            <a:off x="7936230" y="380174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91" name="文本框 190"/>
          <p:cNvSpPr txBox="1"/>
          <p:nvPr>
            <p:custDataLst>
              <p:tags r:id="rId16"/>
            </p:custDataLst>
          </p:nvPr>
        </p:nvSpPr>
        <p:spPr>
          <a:xfrm>
            <a:off x="8906510" y="380174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92" name="文本框 191"/>
          <p:cNvSpPr txBox="1"/>
          <p:nvPr>
            <p:custDataLst>
              <p:tags r:id="rId17"/>
            </p:custDataLst>
          </p:nvPr>
        </p:nvSpPr>
        <p:spPr>
          <a:xfrm>
            <a:off x="9323070" y="380174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96" name="矩形 195"/>
          <p:cNvSpPr/>
          <p:nvPr>
            <p:custDataLst>
              <p:tags r:id="rId18"/>
            </p:custDataLst>
          </p:nvPr>
        </p:nvSpPr>
        <p:spPr>
          <a:xfrm>
            <a:off x="4696460" y="375221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19"/>
            </p:custDataLst>
          </p:nvPr>
        </p:nvCxnSpPr>
        <p:spPr>
          <a:xfrm>
            <a:off x="5113020" y="375793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>
            <p:custDataLst>
              <p:tags r:id="rId20"/>
            </p:custDataLst>
          </p:nvPr>
        </p:nvCxnSpPr>
        <p:spPr>
          <a:xfrm>
            <a:off x="5509260" y="375221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21"/>
            </p:custDataLst>
          </p:nvPr>
        </p:nvCxnSpPr>
        <p:spPr>
          <a:xfrm flipV="1">
            <a:off x="5692140" y="396494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22"/>
            </p:custDataLst>
          </p:nvPr>
        </p:nvSpPr>
        <p:spPr>
          <a:xfrm>
            <a:off x="4017010" y="378777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L3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01" name="图片 200" descr="Snipaste_2023-10-21_09-50-3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557510" y="131445"/>
            <a:ext cx="1405255" cy="728345"/>
          </a:xfrm>
          <a:prstGeom prst="rect">
            <a:avLst/>
          </a:prstGeom>
        </p:spPr>
      </p:pic>
      <p:cxnSp>
        <p:nvCxnSpPr>
          <p:cNvPr id="210" name="直接箭头连接符 209"/>
          <p:cNvCxnSpPr/>
          <p:nvPr>
            <p:custDataLst>
              <p:tags r:id="rId25"/>
            </p:custDataLst>
          </p:nvPr>
        </p:nvCxnSpPr>
        <p:spPr>
          <a:xfrm flipH="1">
            <a:off x="6544945" y="3437255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>
            <p:custDataLst>
              <p:tags r:id="rId26"/>
            </p:custDataLst>
          </p:nvPr>
        </p:nvSpPr>
        <p:spPr>
          <a:xfrm>
            <a:off x="6919595" y="319913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12" name="文本框 211"/>
          <p:cNvSpPr txBox="1"/>
          <p:nvPr>
            <p:custDataLst>
              <p:tags r:id="rId27"/>
            </p:custDataLst>
          </p:nvPr>
        </p:nvSpPr>
        <p:spPr>
          <a:xfrm>
            <a:off x="9634855" y="379539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2" name="文本框 1"/>
          <p:cNvSpPr txBox="1"/>
          <p:nvPr>
            <p:custDataLst>
              <p:tags r:id="rId28"/>
            </p:custDataLst>
          </p:nvPr>
        </p:nvSpPr>
        <p:spPr>
          <a:xfrm>
            <a:off x="693420" y="1950720"/>
            <a:ext cx="2714625" cy="92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②</a:t>
            </a:r>
            <a:r>
              <a:rPr lang="en-US" altLang="zh-CN">
                <a:highlight>
                  <a:srgbClr val="FFFF00"/>
                </a:highlight>
              </a:rPr>
              <a:t>L1</a:t>
            </a:r>
            <a:r>
              <a:rPr lang="zh-CN" altLang="en-US">
                <a:highlight>
                  <a:srgbClr val="FFFF00"/>
                </a:highlight>
              </a:rPr>
              <a:t>剩余的每一项乘以</a:t>
            </a:r>
            <a:r>
              <a:rPr lang="en-US" altLang="zh-CN">
                <a:highlight>
                  <a:srgbClr val="FFFF00"/>
                </a:highlight>
              </a:rPr>
              <a:t>L2</a:t>
            </a:r>
            <a:r>
              <a:rPr lang="zh-CN" altLang="en-US">
                <a:highlight>
                  <a:srgbClr val="FFFF00"/>
                </a:highlight>
              </a:rPr>
              <a:t>的每一项，将乘出来的</a:t>
            </a:r>
            <a:r>
              <a:rPr lang="zh-CN" altLang="en-US">
                <a:highlight>
                  <a:srgbClr val="FFFF00"/>
                </a:highlight>
              </a:rPr>
              <a:t>结果插入到</a:t>
            </a:r>
            <a:r>
              <a:rPr lang="en-US" altLang="zh-CN">
                <a:highlight>
                  <a:srgbClr val="FFFF00"/>
                </a:highlight>
              </a:rPr>
              <a:t>L3</a:t>
            </a:r>
            <a:r>
              <a:rPr lang="zh-CN" altLang="en-US">
                <a:highlight>
                  <a:srgbClr val="FFFF00"/>
                </a:highlight>
              </a:rPr>
              <a:t>中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>
            <p:custDataLst>
              <p:tags r:id="rId29"/>
            </p:custDataLst>
          </p:nvPr>
        </p:nvSpPr>
        <p:spPr>
          <a:xfrm>
            <a:off x="10057130" y="3735705"/>
            <a:ext cx="200406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15x</a:t>
            </a:r>
            <a:r>
              <a:rPr lang="en-US" altLang="zh-CN" b="1" baseline="30000"/>
              <a:t>24</a:t>
            </a:r>
            <a:r>
              <a:rPr lang="en-US" altLang="zh-CN" b="1"/>
              <a:t>-21x</a:t>
            </a:r>
            <a:r>
              <a:rPr lang="en-US" altLang="zh-CN" b="1" baseline="30000"/>
              <a:t>8</a:t>
            </a:r>
            <a:r>
              <a:rPr lang="en-US" altLang="zh-CN" b="1"/>
              <a:t>+9x</a:t>
            </a:r>
            <a:r>
              <a:rPr lang="en-US" altLang="zh-CN" b="1" baseline="30000"/>
              <a:t>5</a:t>
            </a:r>
            <a:endParaRPr lang="en-US" altLang="zh-CN" b="1" baseline="30000"/>
          </a:p>
        </p:txBody>
      </p:sp>
      <p:sp>
        <p:nvSpPr>
          <p:cNvPr id="12" name="文本框 11"/>
          <p:cNvSpPr txBox="1"/>
          <p:nvPr>
            <p:custDataLst>
              <p:tags r:id="rId30"/>
            </p:custDataLst>
          </p:nvPr>
        </p:nvSpPr>
        <p:spPr>
          <a:xfrm>
            <a:off x="408940" y="3429000"/>
            <a:ext cx="151066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0000"/>
                </a:solidFill>
              </a:rPr>
              <a:t>怎么插入？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31"/>
            </p:custDataLst>
          </p:nvPr>
        </p:nvSpPr>
        <p:spPr>
          <a:xfrm>
            <a:off x="693420" y="1116965"/>
            <a:ext cx="2714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en-US" altLang="zh-CN"/>
              <a:t>L1</a:t>
            </a:r>
            <a:r>
              <a:rPr lang="zh-CN" altLang="en-US"/>
              <a:t>的第一项乘以</a:t>
            </a:r>
            <a:r>
              <a:rPr lang="en-US" altLang="zh-CN"/>
              <a:t>L2</a:t>
            </a:r>
            <a:r>
              <a:rPr lang="zh-CN" altLang="en-US"/>
              <a:t>的</a:t>
            </a:r>
            <a:r>
              <a:rPr lang="zh-CN" altLang="en-US"/>
              <a:t>每一项，初始化</a:t>
            </a:r>
            <a:r>
              <a:rPr lang="en-US" altLang="zh-CN"/>
              <a:t>L3</a:t>
            </a:r>
            <a:endParaRPr lang="en-US" altLang="zh-CN"/>
          </a:p>
        </p:txBody>
      </p:sp>
      <p:sp>
        <p:nvSpPr>
          <p:cNvPr id="5" name="矩形 4"/>
          <p:cNvSpPr/>
          <p:nvPr>
            <p:custDataLst>
              <p:tags r:id="rId32"/>
            </p:custDataLst>
          </p:nvPr>
        </p:nvSpPr>
        <p:spPr>
          <a:xfrm>
            <a:off x="469582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>
            <p:custDataLst>
              <p:tags r:id="rId33"/>
            </p:custDataLst>
          </p:nvPr>
        </p:nvCxnSpPr>
        <p:spPr>
          <a:xfrm>
            <a:off x="511238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34"/>
            </p:custDataLst>
          </p:nvPr>
        </p:nvCxnSpPr>
        <p:spPr>
          <a:xfrm>
            <a:off x="550862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35"/>
            </p:custDataLst>
          </p:nvPr>
        </p:nvSpPr>
        <p:spPr>
          <a:xfrm>
            <a:off x="607250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>
            <p:custDataLst>
              <p:tags r:id="rId36"/>
            </p:custDataLst>
          </p:nvPr>
        </p:nvCxnSpPr>
        <p:spPr>
          <a:xfrm>
            <a:off x="648906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37"/>
            </p:custDataLst>
          </p:nvPr>
        </p:nvCxnSpPr>
        <p:spPr>
          <a:xfrm>
            <a:off x="688530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15" idx="1"/>
          </p:cNvCxnSpPr>
          <p:nvPr>
            <p:custDataLst>
              <p:tags r:id="rId38"/>
            </p:custDataLst>
          </p:nvPr>
        </p:nvCxnSpPr>
        <p:spPr>
          <a:xfrm flipV="1">
            <a:off x="5691505" y="121666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39"/>
            </p:custDataLst>
          </p:nvPr>
        </p:nvSpPr>
        <p:spPr>
          <a:xfrm>
            <a:off x="7449185" y="101536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>
            <p:custDataLst>
              <p:tags r:id="rId40"/>
            </p:custDataLst>
          </p:nvPr>
        </p:nvCxnSpPr>
        <p:spPr>
          <a:xfrm>
            <a:off x="7865745" y="102108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41"/>
            </p:custDataLst>
          </p:nvPr>
        </p:nvCxnSpPr>
        <p:spPr>
          <a:xfrm>
            <a:off x="8261985" y="101536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9" idx="1"/>
          </p:cNvCxnSpPr>
          <p:nvPr>
            <p:custDataLst>
              <p:tags r:id="rId42"/>
            </p:custDataLst>
          </p:nvPr>
        </p:nvCxnSpPr>
        <p:spPr>
          <a:xfrm flipV="1">
            <a:off x="7068185" y="12223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>
            <p:custDataLst>
              <p:tags r:id="rId43"/>
            </p:custDataLst>
          </p:nvPr>
        </p:nvSpPr>
        <p:spPr>
          <a:xfrm>
            <a:off x="8829675" y="100774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>
            <p:custDataLst>
              <p:tags r:id="rId44"/>
            </p:custDataLst>
          </p:nvPr>
        </p:nvCxnSpPr>
        <p:spPr>
          <a:xfrm>
            <a:off x="9246235" y="10134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>
            <p:custDataLst>
              <p:tags r:id="rId45"/>
            </p:custDataLst>
          </p:nvPr>
        </p:nvCxnSpPr>
        <p:spPr>
          <a:xfrm>
            <a:off x="9642475" y="100774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44" idx="1"/>
          </p:cNvCxnSpPr>
          <p:nvPr>
            <p:custDataLst>
              <p:tags r:id="rId46"/>
            </p:custDataLst>
          </p:nvPr>
        </p:nvCxnSpPr>
        <p:spPr>
          <a:xfrm flipV="1">
            <a:off x="8448675" y="121475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>
            <p:custDataLst>
              <p:tags r:id="rId47"/>
            </p:custDataLst>
          </p:nvPr>
        </p:nvSpPr>
        <p:spPr>
          <a:xfrm>
            <a:off x="479171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7" name="文本框 66"/>
          <p:cNvSpPr txBox="1"/>
          <p:nvPr>
            <p:custDataLst>
              <p:tags r:id="rId48"/>
            </p:custDataLst>
          </p:nvPr>
        </p:nvSpPr>
        <p:spPr>
          <a:xfrm>
            <a:off x="518287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8" name="文本框 67"/>
          <p:cNvSpPr txBox="1"/>
          <p:nvPr>
            <p:custDataLst>
              <p:tags r:id="rId49"/>
            </p:custDataLst>
          </p:nvPr>
        </p:nvSpPr>
        <p:spPr>
          <a:xfrm>
            <a:off x="6153150" y="106743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-5</a:t>
            </a:r>
            <a:endParaRPr lang="en-US" altLang="zh-CN"/>
          </a:p>
        </p:txBody>
      </p:sp>
      <p:sp>
        <p:nvSpPr>
          <p:cNvPr id="69" name="文本框 68"/>
          <p:cNvSpPr txBox="1"/>
          <p:nvPr>
            <p:custDataLst>
              <p:tags r:id="rId50"/>
            </p:custDataLst>
          </p:nvPr>
        </p:nvSpPr>
        <p:spPr>
          <a:xfrm>
            <a:off x="655955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0" name="文本框 69"/>
          <p:cNvSpPr txBox="1"/>
          <p:nvPr>
            <p:custDataLst>
              <p:tags r:id="rId51"/>
            </p:custDataLst>
          </p:nvPr>
        </p:nvSpPr>
        <p:spPr>
          <a:xfrm>
            <a:off x="752983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71" name="文本框 70"/>
          <p:cNvSpPr txBox="1"/>
          <p:nvPr>
            <p:custDataLst>
              <p:tags r:id="rId52"/>
            </p:custDataLst>
          </p:nvPr>
        </p:nvSpPr>
        <p:spPr>
          <a:xfrm>
            <a:off x="794639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6" name="文本框 75"/>
          <p:cNvSpPr txBox="1"/>
          <p:nvPr>
            <p:custDataLst>
              <p:tags r:id="rId53"/>
            </p:custDataLst>
          </p:nvPr>
        </p:nvSpPr>
        <p:spPr>
          <a:xfrm>
            <a:off x="8906510" y="106743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</a:t>
            </a:r>
            <a:endParaRPr lang="en-US" altLang="zh-CN"/>
          </a:p>
        </p:txBody>
      </p:sp>
      <p:sp>
        <p:nvSpPr>
          <p:cNvPr id="77" name="文本框 76"/>
          <p:cNvSpPr txBox="1"/>
          <p:nvPr>
            <p:custDataLst>
              <p:tags r:id="rId54"/>
            </p:custDataLst>
          </p:nvPr>
        </p:nvSpPr>
        <p:spPr>
          <a:xfrm>
            <a:off x="931672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82" name="文本框 81"/>
          <p:cNvSpPr txBox="1"/>
          <p:nvPr>
            <p:custDataLst>
              <p:tags r:id="rId55"/>
            </p:custDataLst>
          </p:nvPr>
        </p:nvSpPr>
        <p:spPr>
          <a:xfrm>
            <a:off x="9642475" y="106743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83" name="矩形 82"/>
          <p:cNvSpPr/>
          <p:nvPr>
            <p:custDataLst>
              <p:tags r:id="rId56"/>
            </p:custDataLst>
          </p:nvPr>
        </p:nvSpPr>
        <p:spPr>
          <a:xfrm>
            <a:off x="4695825" y="236728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4" name="直接连接符 83"/>
          <p:cNvCxnSpPr/>
          <p:nvPr>
            <p:custDataLst>
              <p:tags r:id="rId57"/>
            </p:custDataLst>
          </p:nvPr>
        </p:nvCxnSpPr>
        <p:spPr>
          <a:xfrm>
            <a:off x="5112385" y="23729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>
            <p:custDataLst>
              <p:tags r:id="rId58"/>
            </p:custDataLst>
          </p:nvPr>
        </p:nvCxnSpPr>
        <p:spPr>
          <a:xfrm>
            <a:off x="5508625" y="236728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矩形 85"/>
          <p:cNvSpPr/>
          <p:nvPr>
            <p:custDataLst>
              <p:tags r:id="rId59"/>
            </p:custDataLst>
          </p:nvPr>
        </p:nvSpPr>
        <p:spPr>
          <a:xfrm>
            <a:off x="6072505" y="237299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>
            <p:custDataLst>
              <p:tags r:id="rId60"/>
            </p:custDataLst>
          </p:nvPr>
        </p:nvCxnSpPr>
        <p:spPr>
          <a:xfrm>
            <a:off x="6489065" y="23787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>
            <p:custDataLst>
              <p:tags r:id="rId61"/>
            </p:custDataLst>
          </p:nvPr>
        </p:nvCxnSpPr>
        <p:spPr>
          <a:xfrm>
            <a:off x="6885305" y="237299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endCxn id="86" idx="1"/>
          </p:cNvCxnSpPr>
          <p:nvPr>
            <p:custDataLst>
              <p:tags r:id="rId62"/>
            </p:custDataLst>
          </p:nvPr>
        </p:nvCxnSpPr>
        <p:spPr>
          <a:xfrm flipV="1">
            <a:off x="5691505" y="258000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矩形 89"/>
          <p:cNvSpPr/>
          <p:nvPr>
            <p:custDataLst>
              <p:tags r:id="rId63"/>
            </p:custDataLst>
          </p:nvPr>
        </p:nvSpPr>
        <p:spPr>
          <a:xfrm>
            <a:off x="7452995" y="23653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>
            <p:custDataLst>
              <p:tags r:id="rId64"/>
            </p:custDataLst>
          </p:nvPr>
        </p:nvCxnSpPr>
        <p:spPr>
          <a:xfrm>
            <a:off x="7869555" y="23710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65"/>
            </p:custDataLst>
          </p:nvPr>
        </p:nvCxnSpPr>
        <p:spPr>
          <a:xfrm>
            <a:off x="8265795" y="23653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endCxn id="90" idx="1"/>
          </p:cNvCxnSpPr>
          <p:nvPr>
            <p:custDataLst>
              <p:tags r:id="rId66"/>
            </p:custDataLst>
          </p:nvPr>
        </p:nvCxnSpPr>
        <p:spPr>
          <a:xfrm flipV="1">
            <a:off x="7071995" y="25723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>
            <p:custDataLst>
              <p:tags r:id="rId67"/>
            </p:custDataLst>
          </p:nvPr>
        </p:nvSpPr>
        <p:spPr>
          <a:xfrm>
            <a:off x="4776470" y="242506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95" name="文本框 94"/>
          <p:cNvSpPr txBox="1"/>
          <p:nvPr>
            <p:custDataLst>
              <p:tags r:id="rId68"/>
            </p:custDataLst>
          </p:nvPr>
        </p:nvSpPr>
        <p:spPr>
          <a:xfrm>
            <a:off x="5112385" y="2425065"/>
            <a:ext cx="5080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96" name="文本框 95"/>
          <p:cNvSpPr txBox="1"/>
          <p:nvPr>
            <p:custDataLst>
              <p:tags r:id="rId69"/>
            </p:custDataLst>
          </p:nvPr>
        </p:nvSpPr>
        <p:spPr>
          <a:xfrm>
            <a:off x="6153150" y="2425065"/>
            <a:ext cx="41656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-7</a:t>
            </a:r>
            <a:endParaRPr lang="en-US" altLang="zh-CN"/>
          </a:p>
        </p:txBody>
      </p:sp>
      <p:sp>
        <p:nvSpPr>
          <p:cNvPr id="97" name="文本框 96"/>
          <p:cNvSpPr txBox="1"/>
          <p:nvPr>
            <p:custDataLst>
              <p:tags r:id="rId70"/>
            </p:custDataLst>
          </p:nvPr>
        </p:nvSpPr>
        <p:spPr>
          <a:xfrm>
            <a:off x="656971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98" name="文本框 97"/>
          <p:cNvSpPr txBox="1"/>
          <p:nvPr>
            <p:custDataLst>
              <p:tags r:id="rId71"/>
            </p:custDataLst>
          </p:nvPr>
        </p:nvSpPr>
        <p:spPr>
          <a:xfrm>
            <a:off x="7529830" y="242506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99" name="文本框 98"/>
          <p:cNvSpPr txBox="1"/>
          <p:nvPr>
            <p:custDataLst>
              <p:tags r:id="rId72"/>
            </p:custDataLst>
          </p:nvPr>
        </p:nvSpPr>
        <p:spPr>
          <a:xfrm>
            <a:off x="794004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0" name="文本框 99"/>
          <p:cNvSpPr txBox="1"/>
          <p:nvPr>
            <p:custDataLst>
              <p:tags r:id="rId73"/>
            </p:custDataLst>
          </p:nvPr>
        </p:nvSpPr>
        <p:spPr>
          <a:xfrm>
            <a:off x="8265795" y="242506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01" name="文本框 100"/>
          <p:cNvSpPr txBox="1"/>
          <p:nvPr>
            <p:custDataLst>
              <p:tags r:id="rId74"/>
            </p:custDataLst>
          </p:nvPr>
        </p:nvSpPr>
        <p:spPr>
          <a:xfrm>
            <a:off x="4017010" y="104584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2" name="文本框 101"/>
          <p:cNvSpPr txBox="1"/>
          <p:nvPr>
            <p:custDataLst>
              <p:tags r:id="rId75"/>
            </p:custDataLst>
          </p:nvPr>
        </p:nvSpPr>
        <p:spPr>
          <a:xfrm>
            <a:off x="4017010" y="236537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03" name="直接箭头连接符 102"/>
          <p:cNvCxnSpPr/>
          <p:nvPr>
            <p:custDataLst>
              <p:tags r:id="rId76"/>
            </p:custDataLst>
          </p:nvPr>
        </p:nvCxnSpPr>
        <p:spPr>
          <a:xfrm flipH="1">
            <a:off x="6472555" y="73279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>
            <p:custDataLst>
              <p:tags r:id="rId77"/>
            </p:custDataLst>
          </p:nvPr>
        </p:nvSpPr>
        <p:spPr>
          <a:xfrm>
            <a:off x="6764655" y="49149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05" name="直接箭头连接符 104"/>
          <p:cNvCxnSpPr/>
          <p:nvPr>
            <p:custDataLst>
              <p:tags r:id="rId78"/>
            </p:custDataLst>
          </p:nvPr>
        </p:nvCxnSpPr>
        <p:spPr>
          <a:xfrm flipH="1">
            <a:off x="5084445" y="202184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>
            <p:custDataLst>
              <p:tags r:id="rId79"/>
            </p:custDataLst>
          </p:nvPr>
        </p:nvSpPr>
        <p:spPr>
          <a:xfrm>
            <a:off x="5376545" y="176403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p2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52475" y="343535"/>
            <a:ext cx="1455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乘法运算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172" name="矩形 171"/>
          <p:cNvSpPr/>
          <p:nvPr>
            <p:custDataLst>
              <p:tags r:id="rId1"/>
            </p:custDataLst>
          </p:nvPr>
        </p:nvSpPr>
        <p:spPr>
          <a:xfrm>
            <a:off x="6050280" y="373570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3" name="直接连接符 172"/>
          <p:cNvCxnSpPr/>
          <p:nvPr>
            <p:custDataLst>
              <p:tags r:id="rId2"/>
            </p:custDataLst>
          </p:nvPr>
        </p:nvCxnSpPr>
        <p:spPr>
          <a:xfrm>
            <a:off x="6466840" y="374142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3"/>
            </p:custDataLst>
          </p:nvPr>
        </p:nvCxnSpPr>
        <p:spPr>
          <a:xfrm>
            <a:off x="6863080" y="373570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5" name="矩形 174"/>
          <p:cNvSpPr/>
          <p:nvPr>
            <p:custDataLst>
              <p:tags r:id="rId4"/>
            </p:custDataLst>
          </p:nvPr>
        </p:nvSpPr>
        <p:spPr>
          <a:xfrm>
            <a:off x="7426960" y="373570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843520" y="374142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8239760" y="373570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直接箭头连接符 177"/>
          <p:cNvCxnSpPr>
            <a:endCxn id="175" idx="1"/>
          </p:cNvCxnSpPr>
          <p:nvPr>
            <p:custDataLst>
              <p:tags r:id="rId7"/>
            </p:custDataLst>
          </p:nvPr>
        </p:nvCxnSpPr>
        <p:spPr>
          <a:xfrm flipV="1">
            <a:off x="7045960" y="394271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矩形 178"/>
          <p:cNvSpPr/>
          <p:nvPr>
            <p:custDataLst>
              <p:tags r:id="rId8"/>
            </p:custDataLst>
          </p:nvPr>
        </p:nvSpPr>
        <p:spPr>
          <a:xfrm>
            <a:off x="8803640" y="374142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0" name="直接连接符 179"/>
          <p:cNvCxnSpPr/>
          <p:nvPr>
            <p:custDataLst>
              <p:tags r:id="rId9"/>
            </p:custDataLst>
          </p:nvPr>
        </p:nvCxnSpPr>
        <p:spPr>
          <a:xfrm>
            <a:off x="9220200" y="37471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>
            <p:custDataLst>
              <p:tags r:id="rId10"/>
            </p:custDataLst>
          </p:nvPr>
        </p:nvCxnSpPr>
        <p:spPr>
          <a:xfrm>
            <a:off x="9616440" y="374142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endCxn id="179" idx="1"/>
          </p:cNvCxnSpPr>
          <p:nvPr>
            <p:custDataLst>
              <p:tags r:id="rId11"/>
            </p:custDataLst>
          </p:nvPr>
        </p:nvCxnSpPr>
        <p:spPr>
          <a:xfrm flipV="1">
            <a:off x="8422640" y="394843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>
            <p:custDataLst>
              <p:tags r:id="rId12"/>
            </p:custDataLst>
          </p:nvPr>
        </p:nvSpPr>
        <p:spPr>
          <a:xfrm>
            <a:off x="6050915" y="3747135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188" name="文本框 187"/>
          <p:cNvSpPr txBox="1"/>
          <p:nvPr>
            <p:custDataLst>
              <p:tags r:id="rId13"/>
            </p:custDataLst>
          </p:nvPr>
        </p:nvSpPr>
        <p:spPr>
          <a:xfrm>
            <a:off x="6463030" y="3749675"/>
            <a:ext cx="43434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24</a:t>
            </a:r>
            <a:endParaRPr lang="en-US" altLang="zh-CN"/>
          </a:p>
        </p:txBody>
      </p:sp>
      <p:sp>
        <p:nvSpPr>
          <p:cNvPr id="189" name="文本框 188"/>
          <p:cNvSpPr txBox="1"/>
          <p:nvPr>
            <p:custDataLst>
              <p:tags r:id="rId14"/>
            </p:custDataLst>
          </p:nvPr>
        </p:nvSpPr>
        <p:spPr>
          <a:xfrm>
            <a:off x="7426960" y="3793490"/>
            <a:ext cx="54927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-21</a:t>
            </a:r>
            <a:endParaRPr lang="en-US" altLang="zh-CN"/>
          </a:p>
        </p:txBody>
      </p:sp>
      <p:sp>
        <p:nvSpPr>
          <p:cNvPr id="190" name="文本框 189"/>
          <p:cNvSpPr txBox="1"/>
          <p:nvPr>
            <p:custDataLst>
              <p:tags r:id="rId15"/>
            </p:custDataLst>
          </p:nvPr>
        </p:nvSpPr>
        <p:spPr>
          <a:xfrm>
            <a:off x="7914005" y="37934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91" name="文本框 190"/>
          <p:cNvSpPr txBox="1"/>
          <p:nvPr>
            <p:custDataLst>
              <p:tags r:id="rId16"/>
            </p:custDataLst>
          </p:nvPr>
        </p:nvSpPr>
        <p:spPr>
          <a:xfrm>
            <a:off x="8884285" y="37934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92" name="文本框 191"/>
          <p:cNvSpPr txBox="1"/>
          <p:nvPr>
            <p:custDataLst>
              <p:tags r:id="rId17"/>
            </p:custDataLst>
          </p:nvPr>
        </p:nvSpPr>
        <p:spPr>
          <a:xfrm>
            <a:off x="9300845" y="37934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96" name="矩形 195"/>
          <p:cNvSpPr/>
          <p:nvPr>
            <p:custDataLst>
              <p:tags r:id="rId18"/>
            </p:custDataLst>
          </p:nvPr>
        </p:nvSpPr>
        <p:spPr>
          <a:xfrm>
            <a:off x="4674235" y="374396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19"/>
            </p:custDataLst>
          </p:nvPr>
        </p:nvCxnSpPr>
        <p:spPr>
          <a:xfrm>
            <a:off x="5090795" y="374967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>
            <p:custDataLst>
              <p:tags r:id="rId20"/>
            </p:custDataLst>
          </p:nvPr>
        </p:nvCxnSpPr>
        <p:spPr>
          <a:xfrm>
            <a:off x="5487035" y="374396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21"/>
            </p:custDataLst>
          </p:nvPr>
        </p:nvCxnSpPr>
        <p:spPr>
          <a:xfrm flipV="1">
            <a:off x="5669915" y="39566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22"/>
            </p:custDataLst>
          </p:nvPr>
        </p:nvSpPr>
        <p:spPr>
          <a:xfrm>
            <a:off x="4017010" y="378714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L3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01" name="图片 200" descr="Snipaste_2023-10-21_09-50-3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557510" y="131445"/>
            <a:ext cx="1405255" cy="728345"/>
          </a:xfrm>
          <a:prstGeom prst="rect">
            <a:avLst/>
          </a:prstGeom>
        </p:spPr>
      </p:pic>
      <p:cxnSp>
        <p:nvCxnSpPr>
          <p:cNvPr id="210" name="直接箭头连接符 209"/>
          <p:cNvCxnSpPr/>
          <p:nvPr>
            <p:custDataLst>
              <p:tags r:id="rId25"/>
            </p:custDataLst>
          </p:nvPr>
        </p:nvCxnSpPr>
        <p:spPr>
          <a:xfrm flipH="1">
            <a:off x="6522720" y="342900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>
            <p:custDataLst>
              <p:tags r:id="rId26"/>
            </p:custDataLst>
          </p:nvPr>
        </p:nvSpPr>
        <p:spPr>
          <a:xfrm>
            <a:off x="6897370" y="3190875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12" name="文本框 211"/>
          <p:cNvSpPr txBox="1"/>
          <p:nvPr>
            <p:custDataLst>
              <p:tags r:id="rId27"/>
            </p:custDataLst>
          </p:nvPr>
        </p:nvSpPr>
        <p:spPr>
          <a:xfrm>
            <a:off x="9612630" y="378714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08940" y="3429000"/>
            <a:ext cx="151066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0000"/>
                </a:solidFill>
              </a:rPr>
              <a:t>怎么插入？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28"/>
            </p:custDataLst>
          </p:nvPr>
        </p:nvSpPr>
        <p:spPr>
          <a:xfrm>
            <a:off x="7371715" y="491109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29"/>
            </p:custDataLst>
          </p:nvPr>
        </p:nvCxnSpPr>
        <p:spPr>
          <a:xfrm>
            <a:off x="7788275" y="49168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30"/>
            </p:custDataLst>
          </p:nvPr>
        </p:nvCxnSpPr>
        <p:spPr>
          <a:xfrm>
            <a:off x="8184515" y="491109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31"/>
            </p:custDataLst>
          </p:nvPr>
        </p:nvCxnSpPr>
        <p:spPr>
          <a:xfrm flipH="1">
            <a:off x="8189595" y="4650105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32"/>
            </p:custDataLst>
          </p:nvPr>
        </p:nvSpPr>
        <p:spPr>
          <a:xfrm>
            <a:off x="8498205" y="4387850"/>
            <a:ext cx="71818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tmp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33"/>
            </p:custDataLst>
          </p:nvPr>
        </p:nvSpPr>
        <p:spPr>
          <a:xfrm>
            <a:off x="7367905" y="4928870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-25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34"/>
            </p:custDataLst>
          </p:nvPr>
        </p:nvSpPr>
        <p:spPr>
          <a:xfrm>
            <a:off x="7788275" y="4936490"/>
            <a:ext cx="49530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35"/>
            </p:custDataLst>
          </p:nvPr>
        </p:nvSpPr>
        <p:spPr>
          <a:xfrm>
            <a:off x="7444740" y="5407660"/>
            <a:ext cx="1900555" cy="470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-5x</a:t>
            </a:r>
            <a:r>
              <a:rPr lang="en-US" altLang="zh-CN" b="1" baseline="30000"/>
              <a:t>2</a:t>
            </a:r>
            <a:r>
              <a:rPr lang="en-US" altLang="zh-CN" b="1"/>
              <a:t>*5x</a:t>
            </a:r>
            <a:r>
              <a:rPr lang="en-US" altLang="zh-CN" b="1" baseline="30000"/>
              <a:t>20</a:t>
            </a:r>
            <a:r>
              <a:rPr lang="en-US" altLang="zh-CN" b="1"/>
              <a:t> = -25x</a:t>
            </a:r>
            <a:r>
              <a:rPr lang="en-US" altLang="zh-CN" b="1" baseline="30000"/>
              <a:t>22</a:t>
            </a:r>
            <a:endParaRPr lang="en-US" altLang="zh-CN" b="1" baseline="30000"/>
          </a:p>
        </p:txBody>
      </p:sp>
      <p:sp>
        <p:nvSpPr>
          <p:cNvPr id="77" name="文本框 76"/>
          <p:cNvSpPr txBox="1"/>
          <p:nvPr>
            <p:custDataLst>
              <p:tags r:id="rId36"/>
            </p:custDataLst>
          </p:nvPr>
        </p:nvSpPr>
        <p:spPr>
          <a:xfrm>
            <a:off x="10057130" y="3735705"/>
            <a:ext cx="200406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15x</a:t>
            </a:r>
            <a:r>
              <a:rPr lang="en-US" altLang="zh-CN" b="1" baseline="30000"/>
              <a:t>24</a:t>
            </a:r>
            <a:r>
              <a:rPr lang="en-US" altLang="zh-CN" b="1"/>
              <a:t>-21x</a:t>
            </a:r>
            <a:r>
              <a:rPr lang="en-US" altLang="zh-CN" b="1" baseline="30000"/>
              <a:t>8</a:t>
            </a:r>
            <a:r>
              <a:rPr lang="en-US" altLang="zh-CN" b="1"/>
              <a:t>+9x</a:t>
            </a:r>
            <a:r>
              <a:rPr lang="en-US" altLang="zh-CN" b="1" baseline="30000"/>
              <a:t>5</a:t>
            </a:r>
            <a:endParaRPr lang="en-US" altLang="zh-CN" b="1" baseline="30000"/>
          </a:p>
        </p:txBody>
      </p:sp>
      <p:sp>
        <p:nvSpPr>
          <p:cNvPr id="84" name="文本框 83"/>
          <p:cNvSpPr txBox="1"/>
          <p:nvPr>
            <p:custDataLst>
              <p:tags r:id="rId37"/>
            </p:custDataLst>
          </p:nvPr>
        </p:nvSpPr>
        <p:spPr>
          <a:xfrm>
            <a:off x="693420" y="1950720"/>
            <a:ext cx="2714625" cy="92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②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L1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剩余的每一项乘以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L2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的每一项，将乘出来的结果插入到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L3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中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5" name="文本框 84"/>
          <p:cNvSpPr txBox="1"/>
          <p:nvPr>
            <p:custDataLst>
              <p:tags r:id="rId38"/>
            </p:custDataLst>
          </p:nvPr>
        </p:nvSpPr>
        <p:spPr>
          <a:xfrm>
            <a:off x="693420" y="1116965"/>
            <a:ext cx="2714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en-US" altLang="zh-CN">
                <a:sym typeface="+mn-ea"/>
              </a:rPr>
              <a:t>L1</a:t>
            </a:r>
            <a:r>
              <a:rPr lang="zh-CN" altLang="en-US">
                <a:sym typeface="+mn-ea"/>
              </a:rPr>
              <a:t>的第一项乘以</a:t>
            </a:r>
            <a:r>
              <a:rPr lang="en-US" altLang="zh-CN">
                <a:sym typeface="+mn-ea"/>
              </a:rPr>
              <a:t>L2</a:t>
            </a:r>
            <a:r>
              <a:rPr lang="zh-CN" altLang="en-US">
                <a:sym typeface="+mn-ea"/>
              </a:rPr>
              <a:t>的每一项，初始化</a:t>
            </a:r>
            <a:r>
              <a:rPr lang="en-US" altLang="zh-CN">
                <a:sym typeface="+mn-ea"/>
              </a:rPr>
              <a:t>L3</a:t>
            </a:r>
            <a:endParaRPr lang="en-US" altLang="zh-CN"/>
          </a:p>
        </p:txBody>
      </p:sp>
      <p:sp>
        <p:nvSpPr>
          <p:cNvPr id="86" name="文本框 85"/>
          <p:cNvSpPr txBox="1"/>
          <p:nvPr>
            <p:custDataLst>
              <p:tags r:id="rId39"/>
            </p:custDataLst>
          </p:nvPr>
        </p:nvSpPr>
        <p:spPr>
          <a:xfrm>
            <a:off x="436880" y="4387850"/>
            <a:ext cx="6426835" cy="470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移动</a:t>
            </a:r>
            <a:r>
              <a:rPr lang="en-US" altLang="zh-CN"/>
              <a:t>p3</a:t>
            </a:r>
            <a:r>
              <a:rPr lang="zh-CN" altLang="en-US"/>
              <a:t>，找到</a:t>
            </a:r>
            <a:r>
              <a:rPr lang="zh-CN" altLang="en-US" b="1"/>
              <a:t>最后一个指数大于</a:t>
            </a:r>
            <a:r>
              <a:rPr lang="en-US" altLang="zh-CN" b="1"/>
              <a:t>tmp</a:t>
            </a:r>
            <a:r>
              <a:rPr lang="zh-CN" altLang="en-US" b="1"/>
              <a:t>项指数</a:t>
            </a:r>
            <a:r>
              <a:rPr lang="zh-CN" altLang="en-US"/>
              <a:t>的项</a:t>
            </a:r>
            <a:endParaRPr lang="zh-CN" altLang="en-US">
              <a:sym typeface="+mn-ea"/>
            </a:endParaRPr>
          </a:p>
        </p:txBody>
      </p:sp>
      <p:sp>
        <p:nvSpPr>
          <p:cNvPr id="87" name="文本框 86"/>
          <p:cNvSpPr txBox="1"/>
          <p:nvPr>
            <p:custDataLst>
              <p:tags r:id="rId40"/>
            </p:custDataLst>
          </p:nvPr>
        </p:nvSpPr>
        <p:spPr>
          <a:xfrm>
            <a:off x="490220" y="4858385"/>
            <a:ext cx="423227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en-US" altLang="zh-CN" b="1">
                <a:sym typeface="+mn-ea"/>
              </a:rPr>
              <a:t>p3-&gt;next-&gt;expon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&lt;</a:t>
            </a:r>
            <a:r>
              <a:rPr lang="en-US" altLang="zh-CN" b="1">
                <a:sym typeface="+mn-ea"/>
              </a:rPr>
              <a:t> tmp-&gt;expon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88" name="文本框 87"/>
          <p:cNvSpPr txBox="1"/>
          <p:nvPr>
            <p:custDataLst>
              <p:tags r:id="rId41"/>
            </p:custDataLst>
          </p:nvPr>
        </p:nvSpPr>
        <p:spPr>
          <a:xfrm>
            <a:off x="490220" y="5722620"/>
            <a:ext cx="3749675" cy="39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en-US" altLang="zh-CN" b="1">
                <a:sym typeface="+mn-ea"/>
              </a:rPr>
              <a:t>p3-&gt;next-&gt;expon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=</a:t>
            </a:r>
            <a:r>
              <a:rPr lang="en-US" altLang="zh-CN" b="1">
                <a:sym typeface="+mn-ea"/>
              </a:rPr>
              <a:t> </a:t>
            </a:r>
            <a:r>
              <a:rPr lang="en-US" altLang="zh-CN" b="1">
                <a:sym typeface="+mn-ea"/>
              </a:rPr>
              <a:t>tmp-&gt;expon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8" name="椭圆 67"/>
          <p:cNvSpPr/>
          <p:nvPr>
            <p:custDataLst>
              <p:tags r:id="rId42"/>
            </p:custDataLst>
          </p:nvPr>
        </p:nvSpPr>
        <p:spPr>
          <a:xfrm>
            <a:off x="7291070" y="3495040"/>
            <a:ext cx="1325880" cy="94869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>
            <p:custDataLst>
              <p:tags r:id="rId43"/>
            </p:custDataLst>
          </p:nvPr>
        </p:nvSpPr>
        <p:spPr>
          <a:xfrm>
            <a:off x="469582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>
            <p:custDataLst>
              <p:tags r:id="rId44"/>
            </p:custDataLst>
          </p:nvPr>
        </p:nvCxnSpPr>
        <p:spPr>
          <a:xfrm>
            <a:off x="511238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45"/>
            </p:custDataLst>
          </p:nvPr>
        </p:nvCxnSpPr>
        <p:spPr>
          <a:xfrm>
            <a:off x="550862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46"/>
            </p:custDataLst>
          </p:nvPr>
        </p:nvSpPr>
        <p:spPr>
          <a:xfrm>
            <a:off x="607250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>
            <p:custDataLst>
              <p:tags r:id="rId47"/>
            </p:custDataLst>
          </p:nvPr>
        </p:nvCxnSpPr>
        <p:spPr>
          <a:xfrm>
            <a:off x="648906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48"/>
            </p:custDataLst>
          </p:nvPr>
        </p:nvCxnSpPr>
        <p:spPr>
          <a:xfrm>
            <a:off x="688530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endCxn id="12" idx="1"/>
          </p:cNvCxnSpPr>
          <p:nvPr>
            <p:custDataLst>
              <p:tags r:id="rId49"/>
            </p:custDataLst>
          </p:nvPr>
        </p:nvCxnSpPr>
        <p:spPr>
          <a:xfrm flipV="1">
            <a:off x="5691505" y="121666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矩形 47"/>
          <p:cNvSpPr/>
          <p:nvPr>
            <p:custDataLst>
              <p:tags r:id="rId50"/>
            </p:custDataLst>
          </p:nvPr>
        </p:nvSpPr>
        <p:spPr>
          <a:xfrm>
            <a:off x="7449185" y="101536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>
            <p:custDataLst>
              <p:tags r:id="rId51"/>
            </p:custDataLst>
          </p:nvPr>
        </p:nvCxnSpPr>
        <p:spPr>
          <a:xfrm>
            <a:off x="7865745" y="102108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>
            <p:custDataLst>
              <p:tags r:id="rId52"/>
            </p:custDataLst>
          </p:nvPr>
        </p:nvCxnSpPr>
        <p:spPr>
          <a:xfrm>
            <a:off x="8261985" y="101536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endCxn id="48" idx="1"/>
          </p:cNvCxnSpPr>
          <p:nvPr>
            <p:custDataLst>
              <p:tags r:id="rId53"/>
            </p:custDataLst>
          </p:nvPr>
        </p:nvCxnSpPr>
        <p:spPr>
          <a:xfrm flipV="1">
            <a:off x="7068185" y="12223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54"/>
            </p:custDataLst>
          </p:nvPr>
        </p:nvSpPr>
        <p:spPr>
          <a:xfrm>
            <a:off x="8829675" y="100774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9" name="直接连接符 68"/>
          <p:cNvCxnSpPr/>
          <p:nvPr>
            <p:custDataLst>
              <p:tags r:id="rId55"/>
            </p:custDataLst>
          </p:nvPr>
        </p:nvCxnSpPr>
        <p:spPr>
          <a:xfrm>
            <a:off x="9246235" y="10134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>
            <p:custDataLst>
              <p:tags r:id="rId56"/>
            </p:custDataLst>
          </p:nvPr>
        </p:nvCxnSpPr>
        <p:spPr>
          <a:xfrm>
            <a:off x="9642475" y="100774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endCxn id="67" idx="1"/>
          </p:cNvCxnSpPr>
          <p:nvPr>
            <p:custDataLst>
              <p:tags r:id="rId57"/>
            </p:custDataLst>
          </p:nvPr>
        </p:nvCxnSpPr>
        <p:spPr>
          <a:xfrm flipV="1">
            <a:off x="8448675" y="121475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58"/>
            </p:custDataLst>
          </p:nvPr>
        </p:nvSpPr>
        <p:spPr>
          <a:xfrm>
            <a:off x="479171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82" name="文本框 81"/>
          <p:cNvSpPr txBox="1"/>
          <p:nvPr>
            <p:custDataLst>
              <p:tags r:id="rId59"/>
            </p:custDataLst>
          </p:nvPr>
        </p:nvSpPr>
        <p:spPr>
          <a:xfrm>
            <a:off x="518287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83" name="文本框 82"/>
          <p:cNvSpPr txBox="1"/>
          <p:nvPr>
            <p:custDataLst>
              <p:tags r:id="rId60"/>
            </p:custDataLst>
          </p:nvPr>
        </p:nvSpPr>
        <p:spPr>
          <a:xfrm>
            <a:off x="6153150" y="106743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-5</a:t>
            </a:r>
            <a:endParaRPr lang="en-US" altLang="zh-CN"/>
          </a:p>
        </p:txBody>
      </p:sp>
      <p:sp>
        <p:nvSpPr>
          <p:cNvPr id="89" name="文本框 88"/>
          <p:cNvSpPr txBox="1"/>
          <p:nvPr>
            <p:custDataLst>
              <p:tags r:id="rId61"/>
            </p:custDataLst>
          </p:nvPr>
        </p:nvSpPr>
        <p:spPr>
          <a:xfrm>
            <a:off x="655955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90" name="文本框 89"/>
          <p:cNvSpPr txBox="1"/>
          <p:nvPr>
            <p:custDataLst>
              <p:tags r:id="rId62"/>
            </p:custDataLst>
          </p:nvPr>
        </p:nvSpPr>
        <p:spPr>
          <a:xfrm>
            <a:off x="752983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91" name="文本框 90"/>
          <p:cNvSpPr txBox="1"/>
          <p:nvPr>
            <p:custDataLst>
              <p:tags r:id="rId63"/>
            </p:custDataLst>
          </p:nvPr>
        </p:nvSpPr>
        <p:spPr>
          <a:xfrm>
            <a:off x="794639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2" name="文本框 91"/>
          <p:cNvSpPr txBox="1"/>
          <p:nvPr>
            <p:custDataLst>
              <p:tags r:id="rId64"/>
            </p:custDataLst>
          </p:nvPr>
        </p:nvSpPr>
        <p:spPr>
          <a:xfrm>
            <a:off x="8906510" y="106743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</a:t>
            </a:r>
            <a:endParaRPr lang="en-US" altLang="zh-CN"/>
          </a:p>
        </p:txBody>
      </p:sp>
      <p:sp>
        <p:nvSpPr>
          <p:cNvPr id="93" name="文本框 92"/>
          <p:cNvSpPr txBox="1"/>
          <p:nvPr>
            <p:custDataLst>
              <p:tags r:id="rId65"/>
            </p:custDataLst>
          </p:nvPr>
        </p:nvSpPr>
        <p:spPr>
          <a:xfrm>
            <a:off x="931672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94" name="文本框 93"/>
          <p:cNvSpPr txBox="1"/>
          <p:nvPr>
            <p:custDataLst>
              <p:tags r:id="rId66"/>
            </p:custDataLst>
          </p:nvPr>
        </p:nvSpPr>
        <p:spPr>
          <a:xfrm>
            <a:off x="9642475" y="106743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95" name="矩形 94"/>
          <p:cNvSpPr/>
          <p:nvPr>
            <p:custDataLst>
              <p:tags r:id="rId67"/>
            </p:custDataLst>
          </p:nvPr>
        </p:nvSpPr>
        <p:spPr>
          <a:xfrm>
            <a:off x="4695825" y="236728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6" name="直接连接符 95"/>
          <p:cNvCxnSpPr/>
          <p:nvPr>
            <p:custDataLst>
              <p:tags r:id="rId68"/>
            </p:custDataLst>
          </p:nvPr>
        </p:nvCxnSpPr>
        <p:spPr>
          <a:xfrm>
            <a:off x="5112385" y="23729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>
            <p:custDataLst>
              <p:tags r:id="rId69"/>
            </p:custDataLst>
          </p:nvPr>
        </p:nvCxnSpPr>
        <p:spPr>
          <a:xfrm>
            <a:off x="5508625" y="236728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矩形 97"/>
          <p:cNvSpPr/>
          <p:nvPr>
            <p:custDataLst>
              <p:tags r:id="rId70"/>
            </p:custDataLst>
          </p:nvPr>
        </p:nvSpPr>
        <p:spPr>
          <a:xfrm>
            <a:off x="6072505" y="237299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9" name="直接连接符 98"/>
          <p:cNvCxnSpPr/>
          <p:nvPr>
            <p:custDataLst>
              <p:tags r:id="rId71"/>
            </p:custDataLst>
          </p:nvPr>
        </p:nvCxnSpPr>
        <p:spPr>
          <a:xfrm>
            <a:off x="6489065" y="23787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72"/>
            </p:custDataLst>
          </p:nvPr>
        </p:nvCxnSpPr>
        <p:spPr>
          <a:xfrm>
            <a:off x="6885305" y="237299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endCxn id="98" idx="1"/>
          </p:cNvCxnSpPr>
          <p:nvPr>
            <p:custDataLst>
              <p:tags r:id="rId73"/>
            </p:custDataLst>
          </p:nvPr>
        </p:nvCxnSpPr>
        <p:spPr>
          <a:xfrm flipV="1">
            <a:off x="5691505" y="258000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矩形 101"/>
          <p:cNvSpPr/>
          <p:nvPr>
            <p:custDataLst>
              <p:tags r:id="rId74"/>
            </p:custDataLst>
          </p:nvPr>
        </p:nvSpPr>
        <p:spPr>
          <a:xfrm>
            <a:off x="7452995" y="23653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3" name="直接连接符 102"/>
          <p:cNvCxnSpPr/>
          <p:nvPr>
            <p:custDataLst>
              <p:tags r:id="rId75"/>
            </p:custDataLst>
          </p:nvPr>
        </p:nvCxnSpPr>
        <p:spPr>
          <a:xfrm>
            <a:off x="7869555" y="23710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>
            <p:custDataLst>
              <p:tags r:id="rId76"/>
            </p:custDataLst>
          </p:nvPr>
        </p:nvCxnSpPr>
        <p:spPr>
          <a:xfrm>
            <a:off x="8265795" y="23653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endCxn id="102" idx="1"/>
          </p:cNvCxnSpPr>
          <p:nvPr>
            <p:custDataLst>
              <p:tags r:id="rId77"/>
            </p:custDataLst>
          </p:nvPr>
        </p:nvCxnSpPr>
        <p:spPr>
          <a:xfrm flipV="1">
            <a:off x="7071995" y="25723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>
            <p:custDataLst>
              <p:tags r:id="rId78"/>
            </p:custDataLst>
          </p:nvPr>
        </p:nvSpPr>
        <p:spPr>
          <a:xfrm>
            <a:off x="4776470" y="242506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7" name="文本框 106"/>
          <p:cNvSpPr txBox="1"/>
          <p:nvPr>
            <p:custDataLst>
              <p:tags r:id="rId79"/>
            </p:custDataLst>
          </p:nvPr>
        </p:nvSpPr>
        <p:spPr>
          <a:xfrm>
            <a:off x="5112385" y="2425065"/>
            <a:ext cx="5080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108" name="文本框 107"/>
          <p:cNvSpPr txBox="1"/>
          <p:nvPr>
            <p:custDataLst>
              <p:tags r:id="rId80"/>
            </p:custDataLst>
          </p:nvPr>
        </p:nvSpPr>
        <p:spPr>
          <a:xfrm>
            <a:off x="6153150" y="2425065"/>
            <a:ext cx="41656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-7</a:t>
            </a:r>
            <a:endParaRPr lang="en-US" altLang="zh-CN"/>
          </a:p>
        </p:txBody>
      </p:sp>
      <p:sp>
        <p:nvSpPr>
          <p:cNvPr id="109" name="文本框 108"/>
          <p:cNvSpPr txBox="1"/>
          <p:nvPr>
            <p:custDataLst>
              <p:tags r:id="rId81"/>
            </p:custDataLst>
          </p:nvPr>
        </p:nvSpPr>
        <p:spPr>
          <a:xfrm>
            <a:off x="656971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10" name="文本框 109"/>
          <p:cNvSpPr txBox="1"/>
          <p:nvPr>
            <p:custDataLst>
              <p:tags r:id="rId82"/>
            </p:custDataLst>
          </p:nvPr>
        </p:nvSpPr>
        <p:spPr>
          <a:xfrm>
            <a:off x="7529830" y="242506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1" name="文本框 110"/>
          <p:cNvSpPr txBox="1"/>
          <p:nvPr>
            <p:custDataLst>
              <p:tags r:id="rId83"/>
            </p:custDataLst>
          </p:nvPr>
        </p:nvSpPr>
        <p:spPr>
          <a:xfrm>
            <a:off x="794004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2" name="文本框 111"/>
          <p:cNvSpPr txBox="1"/>
          <p:nvPr>
            <p:custDataLst>
              <p:tags r:id="rId84"/>
            </p:custDataLst>
          </p:nvPr>
        </p:nvSpPr>
        <p:spPr>
          <a:xfrm>
            <a:off x="8265795" y="242506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13" name="文本框 112"/>
          <p:cNvSpPr txBox="1"/>
          <p:nvPr>
            <p:custDataLst>
              <p:tags r:id="rId85"/>
            </p:custDataLst>
          </p:nvPr>
        </p:nvSpPr>
        <p:spPr>
          <a:xfrm>
            <a:off x="4017010" y="104584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4" name="文本框 113"/>
          <p:cNvSpPr txBox="1"/>
          <p:nvPr>
            <p:custDataLst>
              <p:tags r:id="rId86"/>
            </p:custDataLst>
          </p:nvPr>
        </p:nvSpPr>
        <p:spPr>
          <a:xfrm>
            <a:off x="4017010" y="236537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17" name="直接箭头连接符 116"/>
          <p:cNvCxnSpPr/>
          <p:nvPr>
            <p:custDataLst>
              <p:tags r:id="rId87"/>
            </p:custDataLst>
          </p:nvPr>
        </p:nvCxnSpPr>
        <p:spPr>
          <a:xfrm flipH="1">
            <a:off x="5084445" y="202184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>
            <p:custDataLst>
              <p:tags r:id="rId88"/>
            </p:custDataLst>
          </p:nvPr>
        </p:nvSpPr>
        <p:spPr>
          <a:xfrm>
            <a:off x="5376545" y="176403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19" name="直接箭头连接符 118"/>
          <p:cNvCxnSpPr/>
          <p:nvPr>
            <p:custDataLst>
              <p:tags r:id="rId89"/>
            </p:custDataLst>
          </p:nvPr>
        </p:nvCxnSpPr>
        <p:spPr>
          <a:xfrm flipH="1">
            <a:off x="6472555" y="73279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>
            <p:custDataLst>
              <p:tags r:id="rId90"/>
            </p:custDataLst>
          </p:nvPr>
        </p:nvSpPr>
        <p:spPr>
          <a:xfrm>
            <a:off x="6764655" y="49149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p1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52475" y="343535"/>
            <a:ext cx="1455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乘法运算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172" name="矩形 171"/>
          <p:cNvSpPr/>
          <p:nvPr>
            <p:custDataLst>
              <p:tags r:id="rId1"/>
            </p:custDataLst>
          </p:nvPr>
        </p:nvSpPr>
        <p:spPr>
          <a:xfrm>
            <a:off x="6043295" y="373570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3" name="直接连接符 172"/>
          <p:cNvCxnSpPr/>
          <p:nvPr>
            <p:custDataLst>
              <p:tags r:id="rId2"/>
            </p:custDataLst>
          </p:nvPr>
        </p:nvCxnSpPr>
        <p:spPr>
          <a:xfrm>
            <a:off x="6459855" y="374142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3"/>
            </p:custDataLst>
          </p:nvPr>
        </p:nvCxnSpPr>
        <p:spPr>
          <a:xfrm>
            <a:off x="6856095" y="373570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5" name="矩形 174"/>
          <p:cNvSpPr/>
          <p:nvPr>
            <p:custDataLst>
              <p:tags r:id="rId4"/>
            </p:custDataLst>
          </p:nvPr>
        </p:nvSpPr>
        <p:spPr>
          <a:xfrm>
            <a:off x="7419975" y="373570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836535" y="374142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8232775" y="373570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矩形 178"/>
          <p:cNvSpPr/>
          <p:nvPr>
            <p:custDataLst>
              <p:tags r:id="rId7"/>
            </p:custDataLst>
          </p:nvPr>
        </p:nvSpPr>
        <p:spPr>
          <a:xfrm>
            <a:off x="8796655" y="374142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0" name="直接连接符 179"/>
          <p:cNvCxnSpPr/>
          <p:nvPr>
            <p:custDataLst>
              <p:tags r:id="rId8"/>
            </p:custDataLst>
          </p:nvPr>
        </p:nvCxnSpPr>
        <p:spPr>
          <a:xfrm>
            <a:off x="9213215" y="37471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>
            <p:custDataLst>
              <p:tags r:id="rId9"/>
            </p:custDataLst>
          </p:nvPr>
        </p:nvCxnSpPr>
        <p:spPr>
          <a:xfrm>
            <a:off x="9609455" y="374142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endCxn id="179" idx="1"/>
          </p:cNvCxnSpPr>
          <p:nvPr>
            <p:custDataLst>
              <p:tags r:id="rId10"/>
            </p:custDataLst>
          </p:nvPr>
        </p:nvCxnSpPr>
        <p:spPr>
          <a:xfrm flipV="1">
            <a:off x="8415655" y="394843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>
            <p:custDataLst>
              <p:tags r:id="rId11"/>
            </p:custDataLst>
          </p:nvPr>
        </p:nvSpPr>
        <p:spPr>
          <a:xfrm>
            <a:off x="6043930" y="3747135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188" name="文本框 187"/>
          <p:cNvSpPr txBox="1"/>
          <p:nvPr>
            <p:custDataLst>
              <p:tags r:id="rId12"/>
            </p:custDataLst>
          </p:nvPr>
        </p:nvSpPr>
        <p:spPr>
          <a:xfrm>
            <a:off x="6456045" y="3749675"/>
            <a:ext cx="43434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24</a:t>
            </a:r>
            <a:endParaRPr lang="en-US" altLang="zh-CN"/>
          </a:p>
        </p:txBody>
      </p:sp>
      <p:sp>
        <p:nvSpPr>
          <p:cNvPr id="189" name="文本框 188"/>
          <p:cNvSpPr txBox="1"/>
          <p:nvPr>
            <p:custDataLst>
              <p:tags r:id="rId13"/>
            </p:custDataLst>
          </p:nvPr>
        </p:nvSpPr>
        <p:spPr>
          <a:xfrm>
            <a:off x="7419975" y="3793490"/>
            <a:ext cx="54927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-21</a:t>
            </a:r>
            <a:endParaRPr lang="en-US" altLang="zh-CN"/>
          </a:p>
        </p:txBody>
      </p:sp>
      <p:sp>
        <p:nvSpPr>
          <p:cNvPr id="190" name="文本框 189"/>
          <p:cNvSpPr txBox="1"/>
          <p:nvPr>
            <p:custDataLst>
              <p:tags r:id="rId14"/>
            </p:custDataLst>
          </p:nvPr>
        </p:nvSpPr>
        <p:spPr>
          <a:xfrm>
            <a:off x="7907020" y="37934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91" name="文本框 190"/>
          <p:cNvSpPr txBox="1"/>
          <p:nvPr>
            <p:custDataLst>
              <p:tags r:id="rId15"/>
            </p:custDataLst>
          </p:nvPr>
        </p:nvSpPr>
        <p:spPr>
          <a:xfrm>
            <a:off x="8877300" y="37934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92" name="文本框 191"/>
          <p:cNvSpPr txBox="1"/>
          <p:nvPr>
            <p:custDataLst>
              <p:tags r:id="rId16"/>
            </p:custDataLst>
          </p:nvPr>
        </p:nvSpPr>
        <p:spPr>
          <a:xfrm>
            <a:off x="9293860" y="379349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96" name="矩形 195"/>
          <p:cNvSpPr/>
          <p:nvPr>
            <p:custDataLst>
              <p:tags r:id="rId17"/>
            </p:custDataLst>
          </p:nvPr>
        </p:nvSpPr>
        <p:spPr>
          <a:xfrm>
            <a:off x="4667250" y="374396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18"/>
            </p:custDataLst>
          </p:nvPr>
        </p:nvCxnSpPr>
        <p:spPr>
          <a:xfrm>
            <a:off x="5083810" y="374967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>
            <p:custDataLst>
              <p:tags r:id="rId19"/>
            </p:custDataLst>
          </p:nvPr>
        </p:nvCxnSpPr>
        <p:spPr>
          <a:xfrm>
            <a:off x="5480050" y="374396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20"/>
            </p:custDataLst>
          </p:nvPr>
        </p:nvCxnSpPr>
        <p:spPr>
          <a:xfrm flipV="1">
            <a:off x="5662930" y="39566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21"/>
            </p:custDataLst>
          </p:nvPr>
        </p:nvSpPr>
        <p:spPr>
          <a:xfrm>
            <a:off x="4017010" y="377380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L3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01" name="图片 200" descr="Snipaste_2023-10-21_09-50-34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557510" y="131445"/>
            <a:ext cx="1405255" cy="728345"/>
          </a:xfrm>
          <a:prstGeom prst="rect">
            <a:avLst/>
          </a:prstGeom>
        </p:spPr>
      </p:pic>
      <p:cxnSp>
        <p:nvCxnSpPr>
          <p:cNvPr id="210" name="直接箭头连接符 209"/>
          <p:cNvCxnSpPr/>
          <p:nvPr>
            <p:custDataLst>
              <p:tags r:id="rId24"/>
            </p:custDataLst>
          </p:nvPr>
        </p:nvCxnSpPr>
        <p:spPr>
          <a:xfrm flipH="1">
            <a:off x="6515735" y="342900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>
            <p:custDataLst>
              <p:tags r:id="rId25"/>
            </p:custDataLst>
          </p:nvPr>
        </p:nvSpPr>
        <p:spPr>
          <a:xfrm>
            <a:off x="6825615" y="3146425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12" name="文本框 211"/>
          <p:cNvSpPr txBox="1"/>
          <p:nvPr>
            <p:custDataLst>
              <p:tags r:id="rId26"/>
            </p:custDataLst>
          </p:nvPr>
        </p:nvSpPr>
        <p:spPr>
          <a:xfrm>
            <a:off x="9605645" y="3787140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08940" y="3429000"/>
            <a:ext cx="151066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0000"/>
                </a:solidFill>
              </a:rPr>
              <a:t>怎么插入？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27"/>
            </p:custDataLst>
          </p:nvPr>
        </p:nvSpPr>
        <p:spPr>
          <a:xfrm>
            <a:off x="436880" y="4387850"/>
            <a:ext cx="590677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移动</a:t>
            </a:r>
            <a:r>
              <a:rPr lang="en-US" altLang="zh-CN"/>
              <a:t>p3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找到</a:t>
            </a:r>
            <a:r>
              <a:rPr lang="zh-CN" altLang="en-US" b="1">
                <a:sym typeface="+mn-ea"/>
              </a:rPr>
              <a:t>最后一个指数大于</a:t>
            </a:r>
            <a:r>
              <a:rPr lang="en-US" altLang="zh-CN" b="1">
                <a:sym typeface="+mn-ea"/>
              </a:rPr>
              <a:t>tmp</a:t>
            </a:r>
            <a:r>
              <a:rPr lang="zh-CN" altLang="en-US" b="1">
                <a:sym typeface="+mn-ea"/>
              </a:rPr>
              <a:t>项指数</a:t>
            </a:r>
            <a:r>
              <a:rPr lang="zh-CN" altLang="en-US">
                <a:sym typeface="+mn-ea"/>
              </a:rPr>
              <a:t>的项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28"/>
            </p:custDataLst>
          </p:nvPr>
        </p:nvSpPr>
        <p:spPr>
          <a:xfrm>
            <a:off x="490220" y="4858385"/>
            <a:ext cx="423227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①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p3-&gt;next-&gt;expon 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&lt;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tmp-&gt;expon</a:t>
            </a:r>
            <a:endParaRPr lang="zh-CN" altLang="en-US">
              <a:highlight>
                <a:srgbClr val="FFFF00"/>
              </a:highlight>
              <a:sym typeface="+mn-ea"/>
            </a:endParaRPr>
          </a:p>
          <a:p>
            <a:endParaRPr lang="en-US" altLang="zh-CN">
              <a:highlight>
                <a:srgbClr val="FFFF00"/>
              </a:highlight>
            </a:endParaRPr>
          </a:p>
        </p:txBody>
      </p:sp>
      <p:sp>
        <p:nvSpPr>
          <p:cNvPr id="14" name="矩形 13"/>
          <p:cNvSpPr/>
          <p:nvPr>
            <p:custDataLst>
              <p:tags r:id="rId29"/>
            </p:custDataLst>
          </p:nvPr>
        </p:nvSpPr>
        <p:spPr>
          <a:xfrm>
            <a:off x="7364730" y="491109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30"/>
            </p:custDataLst>
          </p:nvPr>
        </p:nvCxnSpPr>
        <p:spPr>
          <a:xfrm>
            <a:off x="7781290" y="49168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31"/>
            </p:custDataLst>
          </p:nvPr>
        </p:nvCxnSpPr>
        <p:spPr>
          <a:xfrm>
            <a:off x="8177530" y="491109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>
            <p:custDataLst>
              <p:tags r:id="rId32"/>
            </p:custDataLst>
          </p:nvPr>
        </p:nvSpPr>
        <p:spPr>
          <a:xfrm>
            <a:off x="7360920" y="4928870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-25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33"/>
            </p:custDataLst>
          </p:nvPr>
        </p:nvSpPr>
        <p:spPr>
          <a:xfrm>
            <a:off x="7781290" y="4936490"/>
            <a:ext cx="49530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22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34"/>
            </p:custDataLst>
          </p:nvPr>
        </p:nvSpPr>
        <p:spPr>
          <a:xfrm>
            <a:off x="8542655" y="4916805"/>
            <a:ext cx="1900555" cy="470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-5x</a:t>
            </a:r>
            <a:r>
              <a:rPr lang="en-US" altLang="zh-CN" b="1" baseline="30000"/>
              <a:t>2</a:t>
            </a:r>
            <a:r>
              <a:rPr lang="en-US" altLang="zh-CN" b="1"/>
              <a:t>*5x</a:t>
            </a:r>
            <a:r>
              <a:rPr lang="en-US" altLang="zh-CN" b="1" baseline="30000"/>
              <a:t>20</a:t>
            </a:r>
            <a:r>
              <a:rPr lang="en-US" altLang="zh-CN" b="1"/>
              <a:t> = -25x</a:t>
            </a:r>
            <a:r>
              <a:rPr lang="en-US" altLang="zh-CN" b="1" baseline="30000"/>
              <a:t>22</a:t>
            </a:r>
            <a:endParaRPr lang="en-US" altLang="zh-CN" b="1" baseline="30000"/>
          </a:p>
        </p:txBody>
      </p:sp>
      <p:sp>
        <p:nvSpPr>
          <p:cNvPr id="77" name="文本框 76"/>
          <p:cNvSpPr txBox="1"/>
          <p:nvPr>
            <p:custDataLst>
              <p:tags r:id="rId35"/>
            </p:custDataLst>
          </p:nvPr>
        </p:nvSpPr>
        <p:spPr>
          <a:xfrm>
            <a:off x="10057130" y="3735705"/>
            <a:ext cx="200406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15x</a:t>
            </a:r>
            <a:r>
              <a:rPr lang="en-US" altLang="zh-CN" b="1" baseline="30000"/>
              <a:t>24</a:t>
            </a:r>
            <a:r>
              <a:rPr lang="en-US" altLang="zh-CN" b="1"/>
              <a:t>-21x</a:t>
            </a:r>
            <a:r>
              <a:rPr lang="en-US" altLang="zh-CN" b="1" baseline="30000"/>
              <a:t>8</a:t>
            </a:r>
            <a:r>
              <a:rPr lang="en-US" altLang="zh-CN" b="1"/>
              <a:t>+9x</a:t>
            </a:r>
            <a:r>
              <a:rPr lang="en-US" altLang="zh-CN" b="1" baseline="30000"/>
              <a:t>5</a:t>
            </a:r>
            <a:endParaRPr lang="en-US" altLang="zh-CN" b="1" baseline="30000"/>
          </a:p>
        </p:txBody>
      </p:sp>
      <p:cxnSp>
        <p:nvCxnSpPr>
          <p:cNvPr id="44" name="直接箭头连接符 43"/>
          <p:cNvCxnSpPr/>
          <p:nvPr/>
        </p:nvCxnSpPr>
        <p:spPr>
          <a:xfrm flipH="1" flipV="1">
            <a:off x="8216900" y="4317365"/>
            <a:ext cx="80645" cy="770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7002145" y="4020820"/>
            <a:ext cx="429895" cy="80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6898640" y="4450715"/>
            <a:ext cx="37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②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69" name="文本框 68"/>
          <p:cNvSpPr txBox="1"/>
          <p:nvPr>
            <p:custDataLst>
              <p:tags r:id="rId36"/>
            </p:custDataLst>
          </p:nvPr>
        </p:nvSpPr>
        <p:spPr>
          <a:xfrm>
            <a:off x="8423275" y="4490085"/>
            <a:ext cx="37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①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70" name="文本框 69"/>
          <p:cNvSpPr txBox="1"/>
          <p:nvPr>
            <p:custDataLst>
              <p:tags r:id="rId37"/>
            </p:custDataLst>
          </p:nvPr>
        </p:nvSpPr>
        <p:spPr>
          <a:xfrm>
            <a:off x="7579360" y="5691505"/>
            <a:ext cx="71818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tmp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868920" y="5427980"/>
            <a:ext cx="0" cy="340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7402195" y="3472815"/>
            <a:ext cx="5556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>
            <p:custDataLst>
              <p:tags r:id="rId38"/>
            </p:custDataLst>
          </p:nvPr>
        </p:nvSpPr>
        <p:spPr>
          <a:xfrm>
            <a:off x="7459345" y="3060700"/>
            <a:ext cx="373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③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83" name="文本框 82"/>
          <p:cNvSpPr txBox="1"/>
          <p:nvPr>
            <p:custDataLst>
              <p:tags r:id="rId39"/>
            </p:custDataLst>
          </p:nvPr>
        </p:nvSpPr>
        <p:spPr>
          <a:xfrm>
            <a:off x="490220" y="5722620"/>
            <a:ext cx="3749675" cy="39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en-US" altLang="zh-CN" b="1">
                <a:sym typeface="+mn-ea"/>
              </a:rPr>
              <a:t>p3-&gt;next-&gt;expon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=</a:t>
            </a:r>
            <a:r>
              <a:rPr lang="en-US" altLang="zh-CN" b="1">
                <a:sym typeface="+mn-ea"/>
              </a:rPr>
              <a:t> </a:t>
            </a:r>
            <a:r>
              <a:rPr lang="en-US" altLang="zh-CN" b="1">
                <a:sym typeface="+mn-ea"/>
              </a:rPr>
              <a:t>tmp-&gt;expon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4" name="文本框 83"/>
          <p:cNvSpPr txBox="1"/>
          <p:nvPr/>
        </p:nvSpPr>
        <p:spPr>
          <a:xfrm>
            <a:off x="981075" y="5285740"/>
            <a:ext cx="3258820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highlight>
                  <a:srgbClr val="FFFF00"/>
                </a:highlight>
              </a:rPr>
              <a:t>=&gt; tmp</a:t>
            </a:r>
            <a:r>
              <a:rPr lang="zh-CN" altLang="en-US">
                <a:highlight>
                  <a:srgbClr val="FFFF00"/>
                </a:highlight>
              </a:rPr>
              <a:t>插到</a:t>
            </a:r>
            <a:r>
              <a:rPr lang="en-US" altLang="zh-CN">
                <a:highlight>
                  <a:srgbClr val="FFFF00"/>
                </a:highlight>
              </a:rPr>
              <a:t>p3</a:t>
            </a:r>
            <a:r>
              <a:rPr lang="zh-CN" altLang="en-US">
                <a:highlight>
                  <a:srgbClr val="FFFF00"/>
                </a:highlight>
              </a:rPr>
              <a:t>的后面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5" name="文本框 84"/>
          <p:cNvSpPr txBox="1"/>
          <p:nvPr>
            <p:custDataLst>
              <p:tags r:id="rId40"/>
            </p:custDataLst>
          </p:nvPr>
        </p:nvSpPr>
        <p:spPr>
          <a:xfrm>
            <a:off x="693420" y="1950720"/>
            <a:ext cx="2714625" cy="92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②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L1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剩余的每一项乘以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L2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的每一项，将乘出来的结果插入到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L3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中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6" name="文本框 85"/>
          <p:cNvSpPr txBox="1"/>
          <p:nvPr>
            <p:custDataLst>
              <p:tags r:id="rId41"/>
            </p:custDataLst>
          </p:nvPr>
        </p:nvSpPr>
        <p:spPr>
          <a:xfrm>
            <a:off x="693420" y="1116965"/>
            <a:ext cx="2714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en-US" altLang="zh-CN">
                <a:sym typeface="+mn-ea"/>
              </a:rPr>
              <a:t>L1</a:t>
            </a:r>
            <a:r>
              <a:rPr lang="zh-CN" altLang="en-US">
                <a:sym typeface="+mn-ea"/>
              </a:rPr>
              <a:t>的第一项乘以</a:t>
            </a:r>
            <a:r>
              <a:rPr lang="en-US" altLang="zh-CN">
                <a:sym typeface="+mn-ea"/>
              </a:rPr>
              <a:t>L2</a:t>
            </a:r>
            <a:r>
              <a:rPr lang="zh-CN" altLang="en-US">
                <a:sym typeface="+mn-ea"/>
              </a:rPr>
              <a:t>的每一项，初始化</a:t>
            </a:r>
            <a:r>
              <a:rPr lang="en-US" altLang="zh-CN">
                <a:sym typeface="+mn-ea"/>
              </a:rPr>
              <a:t>L3</a:t>
            </a:r>
            <a:endParaRPr lang="en-US" altLang="zh-CN"/>
          </a:p>
        </p:txBody>
      </p:sp>
      <p:sp>
        <p:nvSpPr>
          <p:cNvPr id="2" name="矩形 1"/>
          <p:cNvSpPr/>
          <p:nvPr>
            <p:custDataLst>
              <p:tags r:id="rId42"/>
            </p:custDataLst>
          </p:nvPr>
        </p:nvSpPr>
        <p:spPr>
          <a:xfrm>
            <a:off x="469582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>
            <p:custDataLst>
              <p:tags r:id="rId43"/>
            </p:custDataLst>
          </p:nvPr>
        </p:nvCxnSpPr>
        <p:spPr>
          <a:xfrm>
            <a:off x="511238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44"/>
            </p:custDataLst>
          </p:nvPr>
        </p:nvCxnSpPr>
        <p:spPr>
          <a:xfrm>
            <a:off x="550862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45"/>
            </p:custDataLst>
          </p:nvPr>
        </p:nvSpPr>
        <p:spPr>
          <a:xfrm>
            <a:off x="607250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>
            <p:custDataLst>
              <p:tags r:id="rId46"/>
            </p:custDataLst>
          </p:nvPr>
        </p:nvCxnSpPr>
        <p:spPr>
          <a:xfrm>
            <a:off x="648906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47"/>
            </p:custDataLst>
          </p:nvPr>
        </p:nvCxnSpPr>
        <p:spPr>
          <a:xfrm>
            <a:off x="688530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endCxn id="17" idx="1"/>
          </p:cNvCxnSpPr>
          <p:nvPr>
            <p:custDataLst>
              <p:tags r:id="rId48"/>
            </p:custDataLst>
          </p:nvPr>
        </p:nvCxnSpPr>
        <p:spPr>
          <a:xfrm flipV="1">
            <a:off x="5691505" y="121666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矩形 65"/>
          <p:cNvSpPr/>
          <p:nvPr>
            <p:custDataLst>
              <p:tags r:id="rId49"/>
            </p:custDataLst>
          </p:nvPr>
        </p:nvSpPr>
        <p:spPr>
          <a:xfrm>
            <a:off x="7449185" y="101536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连接符 66"/>
          <p:cNvCxnSpPr/>
          <p:nvPr>
            <p:custDataLst>
              <p:tags r:id="rId50"/>
            </p:custDataLst>
          </p:nvPr>
        </p:nvCxnSpPr>
        <p:spPr>
          <a:xfrm>
            <a:off x="7865745" y="102108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>
            <p:custDataLst>
              <p:tags r:id="rId51"/>
            </p:custDataLst>
          </p:nvPr>
        </p:nvCxnSpPr>
        <p:spPr>
          <a:xfrm>
            <a:off x="8261985" y="101536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66" idx="1"/>
          </p:cNvCxnSpPr>
          <p:nvPr>
            <p:custDataLst>
              <p:tags r:id="rId52"/>
            </p:custDataLst>
          </p:nvPr>
        </p:nvCxnSpPr>
        <p:spPr>
          <a:xfrm flipV="1">
            <a:off x="7068185" y="12223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矩形 88"/>
          <p:cNvSpPr/>
          <p:nvPr>
            <p:custDataLst>
              <p:tags r:id="rId53"/>
            </p:custDataLst>
          </p:nvPr>
        </p:nvSpPr>
        <p:spPr>
          <a:xfrm>
            <a:off x="8829675" y="100774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>
            <p:custDataLst>
              <p:tags r:id="rId54"/>
            </p:custDataLst>
          </p:nvPr>
        </p:nvCxnSpPr>
        <p:spPr>
          <a:xfrm>
            <a:off x="9246235" y="10134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>
            <p:custDataLst>
              <p:tags r:id="rId55"/>
            </p:custDataLst>
          </p:nvPr>
        </p:nvCxnSpPr>
        <p:spPr>
          <a:xfrm>
            <a:off x="9642475" y="100774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endCxn id="89" idx="1"/>
          </p:cNvCxnSpPr>
          <p:nvPr>
            <p:custDataLst>
              <p:tags r:id="rId56"/>
            </p:custDataLst>
          </p:nvPr>
        </p:nvCxnSpPr>
        <p:spPr>
          <a:xfrm flipV="1">
            <a:off x="8448675" y="121475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>
            <p:custDataLst>
              <p:tags r:id="rId57"/>
            </p:custDataLst>
          </p:nvPr>
        </p:nvSpPr>
        <p:spPr>
          <a:xfrm>
            <a:off x="479171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94" name="文本框 93"/>
          <p:cNvSpPr txBox="1"/>
          <p:nvPr>
            <p:custDataLst>
              <p:tags r:id="rId58"/>
            </p:custDataLst>
          </p:nvPr>
        </p:nvSpPr>
        <p:spPr>
          <a:xfrm>
            <a:off x="518287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95" name="文本框 94"/>
          <p:cNvSpPr txBox="1"/>
          <p:nvPr>
            <p:custDataLst>
              <p:tags r:id="rId59"/>
            </p:custDataLst>
          </p:nvPr>
        </p:nvSpPr>
        <p:spPr>
          <a:xfrm>
            <a:off x="6153150" y="106743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-5</a:t>
            </a:r>
            <a:endParaRPr lang="en-US" altLang="zh-CN"/>
          </a:p>
        </p:txBody>
      </p:sp>
      <p:sp>
        <p:nvSpPr>
          <p:cNvPr id="96" name="文本框 95"/>
          <p:cNvSpPr txBox="1"/>
          <p:nvPr>
            <p:custDataLst>
              <p:tags r:id="rId60"/>
            </p:custDataLst>
          </p:nvPr>
        </p:nvSpPr>
        <p:spPr>
          <a:xfrm>
            <a:off x="655955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97" name="文本框 96"/>
          <p:cNvSpPr txBox="1"/>
          <p:nvPr>
            <p:custDataLst>
              <p:tags r:id="rId61"/>
            </p:custDataLst>
          </p:nvPr>
        </p:nvSpPr>
        <p:spPr>
          <a:xfrm>
            <a:off x="752983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98" name="文本框 97"/>
          <p:cNvSpPr txBox="1"/>
          <p:nvPr>
            <p:custDataLst>
              <p:tags r:id="rId62"/>
            </p:custDataLst>
          </p:nvPr>
        </p:nvSpPr>
        <p:spPr>
          <a:xfrm>
            <a:off x="794639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9" name="文本框 98"/>
          <p:cNvSpPr txBox="1"/>
          <p:nvPr>
            <p:custDataLst>
              <p:tags r:id="rId63"/>
            </p:custDataLst>
          </p:nvPr>
        </p:nvSpPr>
        <p:spPr>
          <a:xfrm>
            <a:off x="8906510" y="106743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</a:t>
            </a:r>
            <a:endParaRPr lang="en-US" altLang="zh-CN"/>
          </a:p>
        </p:txBody>
      </p:sp>
      <p:sp>
        <p:nvSpPr>
          <p:cNvPr id="100" name="文本框 99"/>
          <p:cNvSpPr txBox="1"/>
          <p:nvPr>
            <p:custDataLst>
              <p:tags r:id="rId64"/>
            </p:custDataLst>
          </p:nvPr>
        </p:nvSpPr>
        <p:spPr>
          <a:xfrm>
            <a:off x="931672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101" name="文本框 100"/>
          <p:cNvSpPr txBox="1"/>
          <p:nvPr>
            <p:custDataLst>
              <p:tags r:id="rId65"/>
            </p:custDataLst>
          </p:nvPr>
        </p:nvSpPr>
        <p:spPr>
          <a:xfrm>
            <a:off x="9642475" y="106743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02" name="矩形 101"/>
          <p:cNvSpPr/>
          <p:nvPr>
            <p:custDataLst>
              <p:tags r:id="rId66"/>
            </p:custDataLst>
          </p:nvPr>
        </p:nvSpPr>
        <p:spPr>
          <a:xfrm>
            <a:off x="4695825" y="236728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3" name="直接连接符 102"/>
          <p:cNvCxnSpPr/>
          <p:nvPr>
            <p:custDataLst>
              <p:tags r:id="rId67"/>
            </p:custDataLst>
          </p:nvPr>
        </p:nvCxnSpPr>
        <p:spPr>
          <a:xfrm>
            <a:off x="5112385" y="23729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>
            <p:custDataLst>
              <p:tags r:id="rId68"/>
            </p:custDataLst>
          </p:nvPr>
        </p:nvCxnSpPr>
        <p:spPr>
          <a:xfrm>
            <a:off x="5508625" y="236728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5" name="矩形 104"/>
          <p:cNvSpPr/>
          <p:nvPr>
            <p:custDataLst>
              <p:tags r:id="rId69"/>
            </p:custDataLst>
          </p:nvPr>
        </p:nvSpPr>
        <p:spPr>
          <a:xfrm>
            <a:off x="6072505" y="237299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6" name="直接连接符 105"/>
          <p:cNvCxnSpPr/>
          <p:nvPr>
            <p:custDataLst>
              <p:tags r:id="rId70"/>
            </p:custDataLst>
          </p:nvPr>
        </p:nvCxnSpPr>
        <p:spPr>
          <a:xfrm>
            <a:off x="6489065" y="23787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>
            <p:custDataLst>
              <p:tags r:id="rId71"/>
            </p:custDataLst>
          </p:nvPr>
        </p:nvCxnSpPr>
        <p:spPr>
          <a:xfrm>
            <a:off x="6885305" y="237299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105" idx="1"/>
          </p:cNvCxnSpPr>
          <p:nvPr>
            <p:custDataLst>
              <p:tags r:id="rId72"/>
            </p:custDataLst>
          </p:nvPr>
        </p:nvCxnSpPr>
        <p:spPr>
          <a:xfrm flipV="1">
            <a:off x="5691505" y="258000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矩形 108"/>
          <p:cNvSpPr/>
          <p:nvPr>
            <p:custDataLst>
              <p:tags r:id="rId73"/>
            </p:custDataLst>
          </p:nvPr>
        </p:nvSpPr>
        <p:spPr>
          <a:xfrm>
            <a:off x="7452995" y="23653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0" name="直接连接符 109"/>
          <p:cNvCxnSpPr/>
          <p:nvPr>
            <p:custDataLst>
              <p:tags r:id="rId74"/>
            </p:custDataLst>
          </p:nvPr>
        </p:nvCxnSpPr>
        <p:spPr>
          <a:xfrm>
            <a:off x="7869555" y="23710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>
            <p:custDataLst>
              <p:tags r:id="rId75"/>
            </p:custDataLst>
          </p:nvPr>
        </p:nvCxnSpPr>
        <p:spPr>
          <a:xfrm>
            <a:off x="8265795" y="23653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endCxn id="109" idx="1"/>
          </p:cNvCxnSpPr>
          <p:nvPr>
            <p:custDataLst>
              <p:tags r:id="rId76"/>
            </p:custDataLst>
          </p:nvPr>
        </p:nvCxnSpPr>
        <p:spPr>
          <a:xfrm flipV="1">
            <a:off x="7071995" y="25723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>
            <p:custDataLst>
              <p:tags r:id="rId77"/>
            </p:custDataLst>
          </p:nvPr>
        </p:nvSpPr>
        <p:spPr>
          <a:xfrm>
            <a:off x="4776470" y="242506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14" name="文本框 113"/>
          <p:cNvSpPr txBox="1"/>
          <p:nvPr>
            <p:custDataLst>
              <p:tags r:id="rId78"/>
            </p:custDataLst>
          </p:nvPr>
        </p:nvSpPr>
        <p:spPr>
          <a:xfrm>
            <a:off x="5112385" y="2425065"/>
            <a:ext cx="5080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115" name="文本框 114"/>
          <p:cNvSpPr txBox="1"/>
          <p:nvPr>
            <p:custDataLst>
              <p:tags r:id="rId79"/>
            </p:custDataLst>
          </p:nvPr>
        </p:nvSpPr>
        <p:spPr>
          <a:xfrm>
            <a:off x="6153150" y="2425065"/>
            <a:ext cx="41656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-7</a:t>
            </a:r>
            <a:endParaRPr lang="en-US" altLang="zh-CN"/>
          </a:p>
        </p:txBody>
      </p:sp>
      <p:sp>
        <p:nvSpPr>
          <p:cNvPr id="116" name="文本框 115"/>
          <p:cNvSpPr txBox="1"/>
          <p:nvPr>
            <p:custDataLst>
              <p:tags r:id="rId80"/>
            </p:custDataLst>
          </p:nvPr>
        </p:nvSpPr>
        <p:spPr>
          <a:xfrm>
            <a:off x="656971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17" name="文本框 116"/>
          <p:cNvSpPr txBox="1"/>
          <p:nvPr>
            <p:custDataLst>
              <p:tags r:id="rId81"/>
            </p:custDataLst>
          </p:nvPr>
        </p:nvSpPr>
        <p:spPr>
          <a:xfrm>
            <a:off x="7529830" y="242506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8" name="文本框 117"/>
          <p:cNvSpPr txBox="1"/>
          <p:nvPr>
            <p:custDataLst>
              <p:tags r:id="rId82"/>
            </p:custDataLst>
          </p:nvPr>
        </p:nvSpPr>
        <p:spPr>
          <a:xfrm>
            <a:off x="794004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19" name="文本框 118"/>
          <p:cNvSpPr txBox="1"/>
          <p:nvPr>
            <p:custDataLst>
              <p:tags r:id="rId83"/>
            </p:custDataLst>
          </p:nvPr>
        </p:nvSpPr>
        <p:spPr>
          <a:xfrm>
            <a:off x="8265795" y="242506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20" name="文本框 119"/>
          <p:cNvSpPr txBox="1"/>
          <p:nvPr>
            <p:custDataLst>
              <p:tags r:id="rId84"/>
            </p:custDataLst>
          </p:nvPr>
        </p:nvSpPr>
        <p:spPr>
          <a:xfrm>
            <a:off x="4017010" y="104584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1" name="文本框 120"/>
          <p:cNvSpPr txBox="1"/>
          <p:nvPr>
            <p:custDataLst>
              <p:tags r:id="rId85"/>
            </p:custDataLst>
          </p:nvPr>
        </p:nvSpPr>
        <p:spPr>
          <a:xfrm>
            <a:off x="4017010" y="236537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24" name="直接箭头连接符 123"/>
          <p:cNvCxnSpPr/>
          <p:nvPr>
            <p:custDataLst>
              <p:tags r:id="rId86"/>
            </p:custDataLst>
          </p:nvPr>
        </p:nvCxnSpPr>
        <p:spPr>
          <a:xfrm flipH="1">
            <a:off x="5084445" y="202184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>
            <p:custDataLst>
              <p:tags r:id="rId87"/>
            </p:custDataLst>
          </p:nvPr>
        </p:nvSpPr>
        <p:spPr>
          <a:xfrm>
            <a:off x="5376545" y="176403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26" name="直接箭头连接符 125"/>
          <p:cNvCxnSpPr/>
          <p:nvPr>
            <p:custDataLst>
              <p:tags r:id="rId88"/>
            </p:custDataLst>
          </p:nvPr>
        </p:nvCxnSpPr>
        <p:spPr>
          <a:xfrm flipH="1">
            <a:off x="6472555" y="73279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7" name="文本框 126"/>
          <p:cNvSpPr txBox="1"/>
          <p:nvPr>
            <p:custDataLst>
              <p:tags r:id="rId89"/>
            </p:custDataLst>
          </p:nvPr>
        </p:nvSpPr>
        <p:spPr>
          <a:xfrm>
            <a:off x="6764655" y="49149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p1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52475" y="343535"/>
            <a:ext cx="1455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乘法运算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172" name="矩形 171"/>
          <p:cNvSpPr/>
          <p:nvPr>
            <p:custDataLst>
              <p:tags r:id="rId1"/>
            </p:custDataLst>
          </p:nvPr>
        </p:nvSpPr>
        <p:spPr>
          <a:xfrm>
            <a:off x="6071870" y="374396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3" name="直接连接符 172"/>
          <p:cNvCxnSpPr/>
          <p:nvPr>
            <p:custDataLst>
              <p:tags r:id="rId2"/>
            </p:custDataLst>
          </p:nvPr>
        </p:nvCxnSpPr>
        <p:spPr>
          <a:xfrm>
            <a:off x="6488430" y="374967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>
            <p:custDataLst>
              <p:tags r:id="rId3"/>
            </p:custDataLst>
          </p:nvPr>
        </p:nvCxnSpPr>
        <p:spPr>
          <a:xfrm>
            <a:off x="6884670" y="374396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5" name="矩形 174"/>
          <p:cNvSpPr/>
          <p:nvPr>
            <p:custDataLst>
              <p:tags r:id="rId4"/>
            </p:custDataLst>
          </p:nvPr>
        </p:nvSpPr>
        <p:spPr>
          <a:xfrm>
            <a:off x="7448550" y="374396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6" name="直接连接符 175"/>
          <p:cNvCxnSpPr/>
          <p:nvPr>
            <p:custDataLst>
              <p:tags r:id="rId5"/>
            </p:custDataLst>
          </p:nvPr>
        </p:nvCxnSpPr>
        <p:spPr>
          <a:xfrm>
            <a:off x="7865110" y="374967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>
            <p:custDataLst>
              <p:tags r:id="rId6"/>
            </p:custDataLst>
          </p:nvPr>
        </p:nvCxnSpPr>
        <p:spPr>
          <a:xfrm>
            <a:off x="8261350" y="374396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矩形 178"/>
          <p:cNvSpPr/>
          <p:nvPr>
            <p:custDataLst>
              <p:tags r:id="rId7"/>
            </p:custDataLst>
          </p:nvPr>
        </p:nvSpPr>
        <p:spPr>
          <a:xfrm>
            <a:off x="8825230" y="37496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0" name="直接连接符 179"/>
          <p:cNvCxnSpPr/>
          <p:nvPr>
            <p:custDataLst>
              <p:tags r:id="rId8"/>
            </p:custDataLst>
          </p:nvPr>
        </p:nvCxnSpPr>
        <p:spPr>
          <a:xfrm>
            <a:off x="9241790" y="37553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>
            <p:custDataLst>
              <p:tags r:id="rId9"/>
            </p:custDataLst>
          </p:nvPr>
        </p:nvCxnSpPr>
        <p:spPr>
          <a:xfrm>
            <a:off x="9638030" y="37496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endCxn id="179" idx="1"/>
          </p:cNvCxnSpPr>
          <p:nvPr>
            <p:custDataLst>
              <p:tags r:id="rId10"/>
            </p:custDataLst>
          </p:nvPr>
        </p:nvCxnSpPr>
        <p:spPr>
          <a:xfrm flipV="1">
            <a:off x="8444230" y="39566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>
            <p:custDataLst>
              <p:tags r:id="rId11"/>
            </p:custDataLst>
          </p:nvPr>
        </p:nvSpPr>
        <p:spPr>
          <a:xfrm>
            <a:off x="6072505" y="3755390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188" name="文本框 187"/>
          <p:cNvSpPr txBox="1"/>
          <p:nvPr>
            <p:custDataLst>
              <p:tags r:id="rId12"/>
            </p:custDataLst>
          </p:nvPr>
        </p:nvSpPr>
        <p:spPr>
          <a:xfrm>
            <a:off x="6484620" y="3757930"/>
            <a:ext cx="434340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24</a:t>
            </a:r>
            <a:endParaRPr lang="en-US" altLang="zh-CN"/>
          </a:p>
        </p:txBody>
      </p:sp>
      <p:sp>
        <p:nvSpPr>
          <p:cNvPr id="189" name="文本框 188"/>
          <p:cNvSpPr txBox="1"/>
          <p:nvPr>
            <p:custDataLst>
              <p:tags r:id="rId13"/>
            </p:custDataLst>
          </p:nvPr>
        </p:nvSpPr>
        <p:spPr>
          <a:xfrm>
            <a:off x="7448550" y="3801745"/>
            <a:ext cx="54927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-21</a:t>
            </a:r>
            <a:endParaRPr lang="en-US" altLang="zh-CN"/>
          </a:p>
        </p:txBody>
      </p:sp>
      <p:sp>
        <p:nvSpPr>
          <p:cNvPr id="190" name="文本框 189"/>
          <p:cNvSpPr txBox="1"/>
          <p:nvPr>
            <p:custDataLst>
              <p:tags r:id="rId14"/>
            </p:custDataLst>
          </p:nvPr>
        </p:nvSpPr>
        <p:spPr>
          <a:xfrm>
            <a:off x="7935595" y="380174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91" name="文本框 190"/>
          <p:cNvSpPr txBox="1"/>
          <p:nvPr>
            <p:custDataLst>
              <p:tags r:id="rId15"/>
            </p:custDataLst>
          </p:nvPr>
        </p:nvSpPr>
        <p:spPr>
          <a:xfrm>
            <a:off x="8905875" y="380174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92" name="文本框 191"/>
          <p:cNvSpPr txBox="1"/>
          <p:nvPr>
            <p:custDataLst>
              <p:tags r:id="rId16"/>
            </p:custDataLst>
          </p:nvPr>
        </p:nvSpPr>
        <p:spPr>
          <a:xfrm>
            <a:off x="9322435" y="380174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96" name="矩形 195"/>
          <p:cNvSpPr/>
          <p:nvPr>
            <p:custDataLst>
              <p:tags r:id="rId17"/>
            </p:custDataLst>
          </p:nvPr>
        </p:nvSpPr>
        <p:spPr>
          <a:xfrm>
            <a:off x="4695825" y="375221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18"/>
            </p:custDataLst>
          </p:nvPr>
        </p:nvCxnSpPr>
        <p:spPr>
          <a:xfrm>
            <a:off x="5112385" y="375793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>
            <p:custDataLst>
              <p:tags r:id="rId19"/>
            </p:custDataLst>
          </p:nvPr>
        </p:nvCxnSpPr>
        <p:spPr>
          <a:xfrm>
            <a:off x="5508625" y="375221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20"/>
            </p:custDataLst>
          </p:nvPr>
        </p:nvCxnSpPr>
        <p:spPr>
          <a:xfrm flipV="1">
            <a:off x="5691505" y="396494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21"/>
            </p:custDataLst>
          </p:nvPr>
        </p:nvSpPr>
        <p:spPr>
          <a:xfrm>
            <a:off x="4017010" y="378777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L3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01" name="图片 200" descr="Snipaste_2023-10-21_09-50-34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557510" y="131445"/>
            <a:ext cx="1405255" cy="728345"/>
          </a:xfrm>
          <a:prstGeom prst="rect">
            <a:avLst/>
          </a:prstGeom>
        </p:spPr>
      </p:pic>
      <p:cxnSp>
        <p:nvCxnSpPr>
          <p:cNvPr id="210" name="直接箭头连接符 209"/>
          <p:cNvCxnSpPr/>
          <p:nvPr>
            <p:custDataLst>
              <p:tags r:id="rId24"/>
            </p:custDataLst>
          </p:nvPr>
        </p:nvCxnSpPr>
        <p:spPr>
          <a:xfrm flipH="1">
            <a:off x="6544310" y="3437255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1" name="文本框 210"/>
          <p:cNvSpPr txBox="1"/>
          <p:nvPr>
            <p:custDataLst>
              <p:tags r:id="rId25"/>
            </p:custDataLst>
          </p:nvPr>
        </p:nvSpPr>
        <p:spPr>
          <a:xfrm>
            <a:off x="6854190" y="315468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12" name="文本框 211"/>
          <p:cNvSpPr txBox="1"/>
          <p:nvPr>
            <p:custDataLst>
              <p:tags r:id="rId26"/>
            </p:custDataLst>
          </p:nvPr>
        </p:nvSpPr>
        <p:spPr>
          <a:xfrm>
            <a:off x="9634220" y="379539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08940" y="3429000"/>
            <a:ext cx="1510665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0000"/>
                </a:solidFill>
              </a:rPr>
              <a:t>怎么插入？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27"/>
            </p:custDataLst>
          </p:nvPr>
        </p:nvSpPr>
        <p:spPr>
          <a:xfrm>
            <a:off x="436880" y="4387850"/>
            <a:ext cx="590677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移动</a:t>
            </a:r>
            <a:r>
              <a:rPr lang="en-US" altLang="zh-CN"/>
              <a:t>p3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找到</a:t>
            </a:r>
            <a:r>
              <a:rPr lang="zh-CN" altLang="en-US" b="1">
                <a:sym typeface="+mn-ea"/>
              </a:rPr>
              <a:t>最后一个指数大于</a:t>
            </a:r>
            <a:r>
              <a:rPr lang="en-US" altLang="zh-CN" b="1">
                <a:sym typeface="+mn-ea"/>
              </a:rPr>
              <a:t>tmp</a:t>
            </a:r>
            <a:r>
              <a:rPr lang="zh-CN" altLang="en-US" b="1">
                <a:sym typeface="+mn-ea"/>
              </a:rPr>
              <a:t>项指数</a:t>
            </a:r>
            <a:r>
              <a:rPr lang="zh-CN" altLang="en-US">
                <a:sym typeface="+mn-ea"/>
              </a:rPr>
              <a:t>的项</a:t>
            </a: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28"/>
            </p:custDataLst>
          </p:nvPr>
        </p:nvSpPr>
        <p:spPr>
          <a:xfrm>
            <a:off x="490220" y="4858385"/>
            <a:ext cx="423227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en-US" altLang="zh-CN" b="1">
                <a:sym typeface="+mn-ea"/>
              </a:rPr>
              <a:t>p3-&gt;next-&gt;expon 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&lt;</a:t>
            </a:r>
            <a:r>
              <a:rPr lang="en-US" altLang="zh-CN" b="1">
                <a:sym typeface="+mn-ea"/>
              </a:rPr>
              <a:t> tmp-&gt;expon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sp>
        <p:nvSpPr>
          <p:cNvPr id="77" name="文本框 76"/>
          <p:cNvSpPr txBox="1"/>
          <p:nvPr>
            <p:custDataLst>
              <p:tags r:id="rId29"/>
            </p:custDataLst>
          </p:nvPr>
        </p:nvSpPr>
        <p:spPr>
          <a:xfrm>
            <a:off x="10057130" y="3735705"/>
            <a:ext cx="200406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15x</a:t>
            </a:r>
            <a:r>
              <a:rPr lang="en-US" altLang="zh-CN" b="1" baseline="30000"/>
              <a:t>24</a:t>
            </a:r>
            <a:r>
              <a:rPr lang="en-US" altLang="zh-CN" b="1"/>
              <a:t>-21x</a:t>
            </a:r>
            <a:r>
              <a:rPr lang="en-US" altLang="zh-CN" b="1" baseline="30000"/>
              <a:t>8</a:t>
            </a:r>
            <a:r>
              <a:rPr lang="en-US" altLang="zh-CN" b="1"/>
              <a:t>+9x</a:t>
            </a:r>
            <a:r>
              <a:rPr lang="en-US" altLang="zh-CN" b="1" baseline="30000"/>
              <a:t>5</a:t>
            </a:r>
            <a:endParaRPr lang="en-US" altLang="zh-CN" b="1" baseline="30000"/>
          </a:p>
        </p:txBody>
      </p:sp>
      <p:sp>
        <p:nvSpPr>
          <p:cNvPr id="83" name="文本框 82"/>
          <p:cNvSpPr txBox="1"/>
          <p:nvPr>
            <p:custDataLst>
              <p:tags r:id="rId30"/>
            </p:custDataLst>
          </p:nvPr>
        </p:nvSpPr>
        <p:spPr>
          <a:xfrm>
            <a:off x="490220" y="5722620"/>
            <a:ext cx="3749675" cy="392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②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p3-&gt;next-&gt;expon 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=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 tmp-&gt;expon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endParaRPr lang="en-US" altLang="zh-CN">
              <a:highlight>
                <a:srgbClr val="FFFF00"/>
              </a:highlight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81075" y="5285740"/>
            <a:ext cx="3258820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=&gt; tmp</a:t>
            </a:r>
            <a:r>
              <a:rPr lang="zh-CN" altLang="en-US"/>
              <a:t>插到</a:t>
            </a:r>
            <a:r>
              <a:rPr lang="en-US" altLang="zh-CN"/>
              <a:t>p3</a:t>
            </a:r>
            <a:r>
              <a:rPr lang="zh-CN" altLang="en-US"/>
              <a:t>的后面</a:t>
            </a:r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31"/>
            </p:custDataLst>
          </p:nvPr>
        </p:nvSpPr>
        <p:spPr>
          <a:xfrm>
            <a:off x="693420" y="1950720"/>
            <a:ext cx="2714625" cy="92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②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L1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剩余的每一项乘以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L2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的每一项，将乘出来的结果插入到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L3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中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6" name="文本框 85"/>
          <p:cNvSpPr txBox="1"/>
          <p:nvPr>
            <p:custDataLst>
              <p:tags r:id="rId32"/>
            </p:custDataLst>
          </p:nvPr>
        </p:nvSpPr>
        <p:spPr>
          <a:xfrm>
            <a:off x="693420" y="1116965"/>
            <a:ext cx="2714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en-US" altLang="zh-CN">
                <a:sym typeface="+mn-ea"/>
              </a:rPr>
              <a:t>L1</a:t>
            </a:r>
            <a:r>
              <a:rPr lang="zh-CN" altLang="en-US">
                <a:sym typeface="+mn-ea"/>
              </a:rPr>
              <a:t>的第一项乘以</a:t>
            </a:r>
            <a:r>
              <a:rPr lang="en-US" altLang="zh-CN">
                <a:sym typeface="+mn-ea"/>
              </a:rPr>
              <a:t>L2</a:t>
            </a:r>
            <a:r>
              <a:rPr lang="zh-CN" altLang="en-US">
                <a:sym typeface="+mn-ea"/>
              </a:rPr>
              <a:t>的每一项，初始化</a:t>
            </a:r>
            <a:r>
              <a:rPr lang="en-US" altLang="zh-CN">
                <a:sym typeface="+mn-ea"/>
              </a:rPr>
              <a:t>L3</a:t>
            </a:r>
            <a:endParaRPr lang="en-US" altLang="zh-CN"/>
          </a:p>
        </p:txBody>
      </p:sp>
      <p:sp>
        <p:nvSpPr>
          <p:cNvPr id="2" name="文本框 1"/>
          <p:cNvSpPr txBox="1"/>
          <p:nvPr>
            <p:custDataLst>
              <p:tags r:id="rId33"/>
            </p:custDataLst>
          </p:nvPr>
        </p:nvSpPr>
        <p:spPr>
          <a:xfrm>
            <a:off x="1041400" y="6115050"/>
            <a:ext cx="643255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highlight>
                  <a:srgbClr val="FFFF00"/>
                </a:highlight>
              </a:rPr>
              <a:t>=&gt; </a:t>
            </a:r>
            <a:r>
              <a:rPr lang="zh-CN" altLang="en-US">
                <a:highlight>
                  <a:srgbClr val="FFFF00"/>
                </a:highlight>
              </a:rPr>
              <a:t>指数相同，系数相加。相加为</a:t>
            </a:r>
            <a:r>
              <a:rPr lang="en-US" altLang="zh-CN">
                <a:highlight>
                  <a:srgbClr val="FFFF00"/>
                </a:highlight>
              </a:rPr>
              <a:t>0</a:t>
            </a:r>
            <a:r>
              <a:rPr lang="zh-CN" altLang="en-US">
                <a:highlight>
                  <a:srgbClr val="FFFF00"/>
                </a:highlight>
              </a:rPr>
              <a:t>，删除；相加不为</a:t>
            </a:r>
            <a:r>
              <a:rPr lang="en-US" altLang="zh-CN">
                <a:highlight>
                  <a:srgbClr val="FFFF00"/>
                </a:highlight>
              </a:rPr>
              <a:t>0</a:t>
            </a:r>
            <a:r>
              <a:rPr lang="zh-CN" altLang="en-US">
                <a:highlight>
                  <a:srgbClr val="FFFF00"/>
                </a:highlight>
              </a:rPr>
              <a:t>，</a:t>
            </a:r>
            <a:r>
              <a:rPr lang="zh-CN" altLang="en-US">
                <a:highlight>
                  <a:srgbClr val="FFFF00"/>
                </a:highlight>
              </a:rPr>
              <a:t>更新</a:t>
            </a:r>
            <a:endParaRPr lang="zh-CN" altLang="en-US">
              <a:highlight>
                <a:srgbClr val="FFFF00"/>
              </a:highlight>
            </a:endParaRPr>
          </a:p>
        </p:txBody>
      </p:sp>
      <p:cxnSp>
        <p:nvCxnSpPr>
          <p:cNvPr id="178" name="直接箭头连接符 177"/>
          <p:cNvCxnSpPr/>
          <p:nvPr>
            <p:custDataLst>
              <p:tags r:id="rId34"/>
            </p:custDataLst>
          </p:nvPr>
        </p:nvCxnSpPr>
        <p:spPr>
          <a:xfrm flipV="1">
            <a:off x="7067550" y="395097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>
            <p:custDataLst>
              <p:tags r:id="rId35"/>
            </p:custDataLst>
          </p:nvPr>
        </p:nvSpPr>
        <p:spPr>
          <a:xfrm>
            <a:off x="7393305" y="491934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>
            <p:custDataLst>
              <p:tags r:id="rId36"/>
            </p:custDataLst>
          </p:nvPr>
        </p:nvCxnSpPr>
        <p:spPr>
          <a:xfrm>
            <a:off x="7809865" y="49250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37"/>
            </p:custDataLst>
          </p:nvPr>
        </p:nvCxnSpPr>
        <p:spPr>
          <a:xfrm>
            <a:off x="8206105" y="491934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>
            <p:custDataLst>
              <p:tags r:id="rId38"/>
            </p:custDataLst>
          </p:nvPr>
        </p:nvCxnSpPr>
        <p:spPr>
          <a:xfrm flipH="1">
            <a:off x="8211185" y="465836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39"/>
            </p:custDataLst>
          </p:nvPr>
        </p:nvSpPr>
        <p:spPr>
          <a:xfrm>
            <a:off x="8519795" y="4396105"/>
            <a:ext cx="71818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tmp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40"/>
            </p:custDataLst>
          </p:nvPr>
        </p:nvSpPr>
        <p:spPr>
          <a:xfrm>
            <a:off x="7389495" y="4937125"/>
            <a:ext cx="501015" cy="356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-25</a:t>
            </a:r>
            <a:endParaRPr lang="en-US" altLang="zh-CN"/>
          </a:p>
        </p:txBody>
      </p:sp>
      <p:sp>
        <p:nvSpPr>
          <p:cNvPr id="66" name="文本框 65"/>
          <p:cNvSpPr txBox="1"/>
          <p:nvPr>
            <p:custDataLst>
              <p:tags r:id="rId41"/>
            </p:custDataLst>
          </p:nvPr>
        </p:nvSpPr>
        <p:spPr>
          <a:xfrm>
            <a:off x="7809865" y="4944745"/>
            <a:ext cx="49530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8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7312660" y="3503295"/>
            <a:ext cx="1325880" cy="94869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7" name="矩形 86"/>
          <p:cNvSpPr/>
          <p:nvPr>
            <p:custDataLst>
              <p:tags r:id="rId42"/>
            </p:custDataLst>
          </p:nvPr>
        </p:nvSpPr>
        <p:spPr>
          <a:xfrm>
            <a:off x="469582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8" name="直接连接符 87"/>
          <p:cNvCxnSpPr/>
          <p:nvPr>
            <p:custDataLst>
              <p:tags r:id="rId43"/>
            </p:custDataLst>
          </p:nvPr>
        </p:nvCxnSpPr>
        <p:spPr>
          <a:xfrm>
            <a:off x="511238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>
            <p:custDataLst>
              <p:tags r:id="rId44"/>
            </p:custDataLst>
          </p:nvPr>
        </p:nvCxnSpPr>
        <p:spPr>
          <a:xfrm>
            <a:off x="550862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矩形 89"/>
          <p:cNvSpPr/>
          <p:nvPr>
            <p:custDataLst>
              <p:tags r:id="rId45"/>
            </p:custDataLst>
          </p:nvPr>
        </p:nvSpPr>
        <p:spPr>
          <a:xfrm>
            <a:off x="6072505" y="100965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>
            <p:custDataLst>
              <p:tags r:id="rId46"/>
            </p:custDataLst>
          </p:nvPr>
        </p:nvCxnSpPr>
        <p:spPr>
          <a:xfrm>
            <a:off x="6489065" y="101536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47"/>
            </p:custDataLst>
          </p:nvPr>
        </p:nvCxnSpPr>
        <p:spPr>
          <a:xfrm>
            <a:off x="6885305" y="100965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endCxn id="90" idx="1"/>
          </p:cNvCxnSpPr>
          <p:nvPr>
            <p:custDataLst>
              <p:tags r:id="rId48"/>
            </p:custDataLst>
          </p:nvPr>
        </p:nvCxnSpPr>
        <p:spPr>
          <a:xfrm flipV="1">
            <a:off x="5691505" y="121666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矩形 93"/>
          <p:cNvSpPr/>
          <p:nvPr>
            <p:custDataLst>
              <p:tags r:id="rId49"/>
            </p:custDataLst>
          </p:nvPr>
        </p:nvSpPr>
        <p:spPr>
          <a:xfrm>
            <a:off x="7449185" y="101536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5" name="直接连接符 94"/>
          <p:cNvCxnSpPr/>
          <p:nvPr>
            <p:custDataLst>
              <p:tags r:id="rId50"/>
            </p:custDataLst>
          </p:nvPr>
        </p:nvCxnSpPr>
        <p:spPr>
          <a:xfrm>
            <a:off x="7865745" y="102108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>
            <p:custDataLst>
              <p:tags r:id="rId51"/>
            </p:custDataLst>
          </p:nvPr>
        </p:nvCxnSpPr>
        <p:spPr>
          <a:xfrm>
            <a:off x="8261985" y="101536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endCxn id="94" idx="1"/>
          </p:cNvCxnSpPr>
          <p:nvPr>
            <p:custDataLst>
              <p:tags r:id="rId52"/>
            </p:custDataLst>
          </p:nvPr>
        </p:nvCxnSpPr>
        <p:spPr>
          <a:xfrm flipV="1">
            <a:off x="7068185" y="12223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矩形 97"/>
          <p:cNvSpPr/>
          <p:nvPr>
            <p:custDataLst>
              <p:tags r:id="rId53"/>
            </p:custDataLst>
          </p:nvPr>
        </p:nvSpPr>
        <p:spPr>
          <a:xfrm>
            <a:off x="8829675" y="100774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9" name="直接连接符 98"/>
          <p:cNvCxnSpPr/>
          <p:nvPr>
            <p:custDataLst>
              <p:tags r:id="rId54"/>
            </p:custDataLst>
          </p:nvPr>
        </p:nvCxnSpPr>
        <p:spPr>
          <a:xfrm>
            <a:off x="9246235" y="10134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>
            <p:custDataLst>
              <p:tags r:id="rId55"/>
            </p:custDataLst>
          </p:nvPr>
        </p:nvCxnSpPr>
        <p:spPr>
          <a:xfrm>
            <a:off x="9642475" y="100774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endCxn id="98" idx="1"/>
          </p:cNvCxnSpPr>
          <p:nvPr>
            <p:custDataLst>
              <p:tags r:id="rId56"/>
            </p:custDataLst>
          </p:nvPr>
        </p:nvCxnSpPr>
        <p:spPr>
          <a:xfrm flipV="1">
            <a:off x="8448675" y="121475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>
            <p:custDataLst>
              <p:tags r:id="rId57"/>
            </p:custDataLst>
          </p:nvPr>
        </p:nvSpPr>
        <p:spPr>
          <a:xfrm>
            <a:off x="479171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03" name="文本框 102"/>
          <p:cNvSpPr txBox="1"/>
          <p:nvPr>
            <p:custDataLst>
              <p:tags r:id="rId58"/>
            </p:custDataLst>
          </p:nvPr>
        </p:nvSpPr>
        <p:spPr>
          <a:xfrm>
            <a:off x="5182870" y="1021080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04" name="文本框 103"/>
          <p:cNvSpPr txBox="1"/>
          <p:nvPr>
            <p:custDataLst>
              <p:tags r:id="rId59"/>
            </p:custDataLst>
          </p:nvPr>
        </p:nvSpPr>
        <p:spPr>
          <a:xfrm>
            <a:off x="6153150" y="106743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-5</a:t>
            </a:r>
            <a:endParaRPr lang="en-US" altLang="zh-CN"/>
          </a:p>
        </p:txBody>
      </p:sp>
      <p:sp>
        <p:nvSpPr>
          <p:cNvPr id="105" name="文本框 104"/>
          <p:cNvSpPr txBox="1"/>
          <p:nvPr>
            <p:custDataLst>
              <p:tags r:id="rId60"/>
            </p:custDataLst>
          </p:nvPr>
        </p:nvSpPr>
        <p:spPr>
          <a:xfrm>
            <a:off x="655955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06" name="文本框 105"/>
          <p:cNvSpPr txBox="1"/>
          <p:nvPr>
            <p:custDataLst>
              <p:tags r:id="rId61"/>
            </p:custDataLst>
          </p:nvPr>
        </p:nvSpPr>
        <p:spPr>
          <a:xfrm>
            <a:off x="752983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107" name="文本框 106"/>
          <p:cNvSpPr txBox="1"/>
          <p:nvPr>
            <p:custDataLst>
              <p:tags r:id="rId62"/>
            </p:custDataLst>
          </p:nvPr>
        </p:nvSpPr>
        <p:spPr>
          <a:xfrm>
            <a:off x="794639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8" name="文本框 107"/>
          <p:cNvSpPr txBox="1"/>
          <p:nvPr>
            <p:custDataLst>
              <p:tags r:id="rId63"/>
            </p:custDataLst>
          </p:nvPr>
        </p:nvSpPr>
        <p:spPr>
          <a:xfrm>
            <a:off x="8906510" y="106743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-2</a:t>
            </a:r>
            <a:endParaRPr lang="en-US" altLang="zh-CN"/>
          </a:p>
        </p:txBody>
      </p:sp>
      <p:sp>
        <p:nvSpPr>
          <p:cNvPr id="109" name="文本框 108"/>
          <p:cNvSpPr txBox="1"/>
          <p:nvPr>
            <p:custDataLst>
              <p:tags r:id="rId64"/>
            </p:custDataLst>
          </p:nvPr>
        </p:nvSpPr>
        <p:spPr>
          <a:xfrm>
            <a:off x="9316720" y="106743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110" name="文本框 109"/>
          <p:cNvSpPr txBox="1"/>
          <p:nvPr>
            <p:custDataLst>
              <p:tags r:id="rId65"/>
            </p:custDataLst>
          </p:nvPr>
        </p:nvSpPr>
        <p:spPr>
          <a:xfrm>
            <a:off x="9642475" y="106743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11" name="矩形 110"/>
          <p:cNvSpPr/>
          <p:nvPr>
            <p:custDataLst>
              <p:tags r:id="rId66"/>
            </p:custDataLst>
          </p:nvPr>
        </p:nvSpPr>
        <p:spPr>
          <a:xfrm>
            <a:off x="4695825" y="2367280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2" name="直接连接符 111"/>
          <p:cNvCxnSpPr/>
          <p:nvPr>
            <p:custDataLst>
              <p:tags r:id="rId67"/>
            </p:custDataLst>
          </p:nvPr>
        </p:nvCxnSpPr>
        <p:spPr>
          <a:xfrm>
            <a:off x="5112385" y="23729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>
            <p:custDataLst>
              <p:tags r:id="rId68"/>
            </p:custDataLst>
          </p:nvPr>
        </p:nvCxnSpPr>
        <p:spPr>
          <a:xfrm>
            <a:off x="5508625" y="2367280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矩形 113"/>
          <p:cNvSpPr/>
          <p:nvPr>
            <p:custDataLst>
              <p:tags r:id="rId69"/>
            </p:custDataLst>
          </p:nvPr>
        </p:nvSpPr>
        <p:spPr>
          <a:xfrm>
            <a:off x="6072505" y="237299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5" name="直接连接符 114"/>
          <p:cNvCxnSpPr/>
          <p:nvPr>
            <p:custDataLst>
              <p:tags r:id="rId70"/>
            </p:custDataLst>
          </p:nvPr>
        </p:nvCxnSpPr>
        <p:spPr>
          <a:xfrm>
            <a:off x="6489065" y="23787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>
            <p:custDataLst>
              <p:tags r:id="rId71"/>
            </p:custDataLst>
          </p:nvPr>
        </p:nvCxnSpPr>
        <p:spPr>
          <a:xfrm>
            <a:off x="6885305" y="237299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>
            <a:endCxn id="114" idx="1"/>
          </p:cNvCxnSpPr>
          <p:nvPr>
            <p:custDataLst>
              <p:tags r:id="rId72"/>
            </p:custDataLst>
          </p:nvPr>
        </p:nvCxnSpPr>
        <p:spPr>
          <a:xfrm flipV="1">
            <a:off x="5691505" y="258000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矩形 117"/>
          <p:cNvSpPr/>
          <p:nvPr>
            <p:custDataLst>
              <p:tags r:id="rId73"/>
            </p:custDataLst>
          </p:nvPr>
        </p:nvSpPr>
        <p:spPr>
          <a:xfrm>
            <a:off x="7452995" y="2365375"/>
            <a:ext cx="1126490" cy="414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9" name="直接连接符 118"/>
          <p:cNvCxnSpPr/>
          <p:nvPr>
            <p:custDataLst>
              <p:tags r:id="rId74"/>
            </p:custDataLst>
          </p:nvPr>
        </p:nvCxnSpPr>
        <p:spPr>
          <a:xfrm>
            <a:off x="7869555" y="237109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>
            <p:custDataLst>
              <p:tags r:id="rId75"/>
            </p:custDataLst>
          </p:nvPr>
        </p:nvCxnSpPr>
        <p:spPr>
          <a:xfrm>
            <a:off x="8265795" y="2365375"/>
            <a:ext cx="508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>
            <a:endCxn id="118" idx="1"/>
          </p:cNvCxnSpPr>
          <p:nvPr>
            <p:custDataLst>
              <p:tags r:id="rId76"/>
            </p:custDataLst>
          </p:nvPr>
        </p:nvCxnSpPr>
        <p:spPr>
          <a:xfrm flipV="1">
            <a:off x="7071995" y="257238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>
            <p:custDataLst>
              <p:tags r:id="rId77"/>
            </p:custDataLst>
          </p:nvPr>
        </p:nvSpPr>
        <p:spPr>
          <a:xfrm>
            <a:off x="4776470" y="2425065"/>
            <a:ext cx="395605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23" name="文本框 122"/>
          <p:cNvSpPr txBox="1"/>
          <p:nvPr>
            <p:custDataLst>
              <p:tags r:id="rId78"/>
            </p:custDataLst>
          </p:nvPr>
        </p:nvSpPr>
        <p:spPr>
          <a:xfrm>
            <a:off x="5112385" y="2425065"/>
            <a:ext cx="50800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20</a:t>
            </a:r>
            <a:endParaRPr lang="en-US" altLang="zh-CN"/>
          </a:p>
        </p:txBody>
      </p:sp>
      <p:sp>
        <p:nvSpPr>
          <p:cNvPr id="124" name="文本框 123"/>
          <p:cNvSpPr txBox="1"/>
          <p:nvPr>
            <p:custDataLst>
              <p:tags r:id="rId79"/>
            </p:custDataLst>
          </p:nvPr>
        </p:nvSpPr>
        <p:spPr>
          <a:xfrm>
            <a:off x="6153150" y="2425065"/>
            <a:ext cx="41656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-7</a:t>
            </a:r>
            <a:endParaRPr lang="en-US" altLang="zh-CN"/>
          </a:p>
        </p:txBody>
      </p:sp>
      <p:sp>
        <p:nvSpPr>
          <p:cNvPr id="125" name="文本框 124"/>
          <p:cNvSpPr txBox="1"/>
          <p:nvPr>
            <p:custDataLst>
              <p:tags r:id="rId80"/>
            </p:custDataLst>
          </p:nvPr>
        </p:nvSpPr>
        <p:spPr>
          <a:xfrm>
            <a:off x="656971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6" name="文本框 125"/>
          <p:cNvSpPr txBox="1"/>
          <p:nvPr>
            <p:custDataLst>
              <p:tags r:id="rId81"/>
            </p:custDataLst>
          </p:nvPr>
        </p:nvSpPr>
        <p:spPr>
          <a:xfrm>
            <a:off x="7529830" y="2425065"/>
            <a:ext cx="3981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27" name="文本框 126"/>
          <p:cNvSpPr txBox="1"/>
          <p:nvPr>
            <p:custDataLst>
              <p:tags r:id="rId82"/>
            </p:custDataLst>
          </p:nvPr>
        </p:nvSpPr>
        <p:spPr>
          <a:xfrm>
            <a:off x="7940040" y="2425065"/>
            <a:ext cx="25527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8" name="文本框 127"/>
          <p:cNvSpPr txBox="1"/>
          <p:nvPr>
            <p:custDataLst>
              <p:tags r:id="rId83"/>
            </p:custDataLst>
          </p:nvPr>
        </p:nvSpPr>
        <p:spPr>
          <a:xfrm>
            <a:off x="8265795" y="2425065"/>
            <a:ext cx="411480" cy="31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129" name="文本框 128"/>
          <p:cNvSpPr txBox="1"/>
          <p:nvPr>
            <p:custDataLst>
              <p:tags r:id="rId84"/>
            </p:custDataLst>
          </p:nvPr>
        </p:nvSpPr>
        <p:spPr>
          <a:xfrm>
            <a:off x="4017010" y="104584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30" name="文本框 129"/>
          <p:cNvSpPr txBox="1"/>
          <p:nvPr>
            <p:custDataLst>
              <p:tags r:id="rId85"/>
            </p:custDataLst>
          </p:nvPr>
        </p:nvSpPr>
        <p:spPr>
          <a:xfrm>
            <a:off x="4017010" y="236537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33" name="直接箭头连接符 132"/>
          <p:cNvCxnSpPr/>
          <p:nvPr>
            <p:custDataLst>
              <p:tags r:id="rId86"/>
            </p:custDataLst>
          </p:nvPr>
        </p:nvCxnSpPr>
        <p:spPr>
          <a:xfrm flipH="1">
            <a:off x="5084445" y="202184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4" name="文本框 133"/>
          <p:cNvSpPr txBox="1"/>
          <p:nvPr>
            <p:custDataLst>
              <p:tags r:id="rId87"/>
            </p:custDataLst>
          </p:nvPr>
        </p:nvSpPr>
        <p:spPr>
          <a:xfrm>
            <a:off x="5376545" y="176403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36" name="直接箭头连接符 135"/>
          <p:cNvCxnSpPr/>
          <p:nvPr>
            <p:custDataLst>
              <p:tags r:id="rId88"/>
            </p:custDataLst>
          </p:nvPr>
        </p:nvCxnSpPr>
        <p:spPr>
          <a:xfrm flipH="1">
            <a:off x="6472555" y="732790"/>
            <a:ext cx="219710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>
            <p:custDataLst>
              <p:tags r:id="rId89"/>
            </p:custDataLst>
          </p:nvPr>
        </p:nvSpPr>
        <p:spPr>
          <a:xfrm>
            <a:off x="6764655" y="49149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p1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96" name="矩形 195"/>
          <p:cNvSpPr/>
          <p:nvPr>
            <p:custDataLst>
              <p:tags r:id="rId1"/>
            </p:custDataLst>
          </p:nvPr>
        </p:nvSpPr>
        <p:spPr>
          <a:xfrm>
            <a:off x="483235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2"/>
            </p:custDataLst>
          </p:nvPr>
        </p:nvCxnSpPr>
        <p:spPr>
          <a:xfrm>
            <a:off x="524891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3"/>
            </p:custDataLst>
          </p:nvPr>
        </p:nvCxnSpPr>
        <p:spPr>
          <a:xfrm flipV="1">
            <a:off x="553148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4"/>
            </p:custDataLst>
          </p:nvPr>
        </p:nvSpPr>
        <p:spPr>
          <a:xfrm>
            <a:off x="4398010" y="291338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591947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>
            <p:custDataLst>
              <p:tags r:id="rId6"/>
            </p:custDataLst>
          </p:nvPr>
        </p:nvCxnSpPr>
        <p:spPr>
          <a:xfrm>
            <a:off x="633603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7"/>
            </p:custDataLst>
          </p:nvPr>
        </p:nvCxnSpPr>
        <p:spPr>
          <a:xfrm flipV="1">
            <a:off x="661860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700659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>
            <p:custDataLst>
              <p:tags r:id="rId9"/>
            </p:custDataLst>
          </p:nvPr>
        </p:nvCxnSpPr>
        <p:spPr>
          <a:xfrm>
            <a:off x="742315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10"/>
            </p:custDataLst>
          </p:nvPr>
        </p:nvCxnSpPr>
        <p:spPr>
          <a:xfrm flipV="1">
            <a:off x="770572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809371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>
            <p:custDataLst>
              <p:tags r:id="rId12"/>
            </p:custDataLst>
          </p:nvPr>
        </p:nvCxnSpPr>
        <p:spPr>
          <a:xfrm>
            <a:off x="851027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13"/>
            </p:custDataLst>
          </p:nvPr>
        </p:nvCxnSpPr>
        <p:spPr>
          <a:xfrm flipV="1">
            <a:off x="879284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918083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>
            <p:custDataLst>
              <p:tags r:id="rId15"/>
            </p:custDataLst>
          </p:nvPr>
        </p:nvCxnSpPr>
        <p:spPr>
          <a:xfrm>
            <a:off x="959739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16"/>
            </p:custDataLst>
          </p:nvPr>
        </p:nvCxnSpPr>
        <p:spPr>
          <a:xfrm flipV="1">
            <a:off x="987996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7"/>
            </p:custDataLst>
          </p:nvPr>
        </p:nvSpPr>
        <p:spPr>
          <a:xfrm>
            <a:off x="1026795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>
            <p:custDataLst>
              <p:tags r:id="rId18"/>
            </p:custDataLst>
          </p:nvPr>
        </p:nvCxnSpPr>
        <p:spPr>
          <a:xfrm>
            <a:off x="1068451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599059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19"/>
            </p:custDataLst>
          </p:nvPr>
        </p:nvSpPr>
        <p:spPr>
          <a:xfrm>
            <a:off x="7105650" y="295656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8" name="文本框 47"/>
          <p:cNvSpPr txBox="1"/>
          <p:nvPr>
            <p:custDataLst>
              <p:tags r:id="rId20"/>
            </p:custDataLst>
          </p:nvPr>
        </p:nvSpPr>
        <p:spPr>
          <a:xfrm>
            <a:off x="816483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1"/>
            </p:custDataLst>
          </p:nvPr>
        </p:nvSpPr>
        <p:spPr>
          <a:xfrm>
            <a:off x="926973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10374630" y="291973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23"/>
            </p:custDataLst>
          </p:nvPr>
        </p:nvSpPr>
        <p:spPr>
          <a:xfrm>
            <a:off x="1076325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57" name="文本框 56"/>
          <p:cNvSpPr txBox="1"/>
          <p:nvPr>
            <p:custDataLst>
              <p:tags r:id="rId24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96" name="矩形 195"/>
          <p:cNvSpPr/>
          <p:nvPr>
            <p:custDataLst>
              <p:tags r:id="rId1"/>
            </p:custDataLst>
          </p:nvPr>
        </p:nvSpPr>
        <p:spPr>
          <a:xfrm>
            <a:off x="483235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连接符 196"/>
          <p:cNvCxnSpPr/>
          <p:nvPr>
            <p:custDataLst>
              <p:tags r:id="rId2"/>
            </p:custDataLst>
          </p:nvPr>
        </p:nvCxnSpPr>
        <p:spPr>
          <a:xfrm>
            <a:off x="524891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>
            <p:custDataLst>
              <p:tags r:id="rId3"/>
            </p:custDataLst>
          </p:nvPr>
        </p:nvCxnSpPr>
        <p:spPr>
          <a:xfrm flipV="1">
            <a:off x="553148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4"/>
            </p:custDataLst>
          </p:nvPr>
        </p:nvSpPr>
        <p:spPr>
          <a:xfrm>
            <a:off x="4398010" y="291338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591947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>
            <p:custDataLst>
              <p:tags r:id="rId6"/>
            </p:custDataLst>
          </p:nvPr>
        </p:nvCxnSpPr>
        <p:spPr>
          <a:xfrm>
            <a:off x="633603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7"/>
            </p:custDataLst>
          </p:nvPr>
        </p:nvCxnSpPr>
        <p:spPr>
          <a:xfrm flipV="1">
            <a:off x="661860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8"/>
            </p:custDataLst>
          </p:nvPr>
        </p:nvSpPr>
        <p:spPr>
          <a:xfrm>
            <a:off x="700659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>
            <p:custDataLst>
              <p:tags r:id="rId9"/>
            </p:custDataLst>
          </p:nvPr>
        </p:nvCxnSpPr>
        <p:spPr>
          <a:xfrm>
            <a:off x="742315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10"/>
            </p:custDataLst>
          </p:nvPr>
        </p:nvCxnSpPr>
        <p:spPr>
          <a:xfrm flipV="1">
            <a:off x="770572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809371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>
            <p:custDataLst>
              <p:tags r:id="rId12"/>
            </p:custDataLst>
          </p:nvPr>
        </p:nvCxnSpPr>
        <p:spPr>
          <a:xfrm>
            <a:off x="851027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13"/>
            </p:custDataLst>
          </p:nvPr>
        </p:nvCxnSpPr>
        <p:spPr>
          <a:xfrm flipV="1">
            <a:off x="879284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918083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>
            <p:custDataLst>
              <p:tags r:id="rId15"/>
            </p:custDataLst>
          </p:nvPr>
        </p:nvCxnSpPr>
        <p:spPr>
          <a:xfrm>
            <a:off x="959739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16"/>
            </p:custDataLst>
          </p:nvPr>
        </p:nvCxnSpPr>
        <p:spPr>
          <a:xfrm flipV="1">
            <a:off x="9879965" y="312420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7"/>
            </p:custDataLst>
          </p:nvPr>
        </p:nvSpPr>
        <p:spPr>
          <a:xfrm>
            <a:off x="10267950" y="291338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>
            <p:custDataLst>
              <p:tags r:id="rId18"/>
            </p:custDataLst>
          </p:nvPr>
        </p:nvCxnSpPr>
        <p:spPr>
          <a:xfrm>
            <a:off x="10684510" y="291909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599059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19"/>
            </p:custDataLst>
          </p:nvPr>
        </p:nvSpPr>
        <p:spPr>
          <a:xfrm>
            <a:off x="7105650" y="295656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8" name="文本框 47"/>
          <p:cNvSpPr txBox="1"/>
          <p:nvPr>
            <p:custDataLst>
              <p:tags r:id="rId20"/>
            </p:custDataLst>
          </p:nvPr>
        </p:nvSpPr>
        <p:spPr>
          <a:xfrm>
            <a:off x="816483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1"/>
            </p:custDataLst>
          </p:nvPr>
        </p:nvSpPr>
        <p:spPr>
          <a:xfrm>
            <a:off x="926973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10374630" y="291973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53" name="文本框 52"/>
          <p:cNvSpPr txBox="1"/>
          <p:nvPr>
            <p:custDataLst>
              <p:tags r:id="rId23"/>
            </p:custDataLst>
          </p:nvPr>
        </p:nvSpPr>
        <p:spPr>
          <a:xfrm>
            <a:off x="10763250" y="29559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56" name="文本框 55"/>
          <p:cNvSpPr txBox="1"/>
          <p:nvPr>
            <p:custDataLst>
              <p:tags r:id="rId24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5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6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while (k &gt; 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 &amp;&amp; num--) 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{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// </a:t>
            </a:r>
            <a:r>
              <a:rPr lang="zh-CN" altLang="en-US">
                <a:solidFill>
                  <a:srgbClr val="FF0000"/>
                </a:solidFill>
              </a:rPr>
              <a:t>一轮</a:t>
            </a:r>
            <a:r>
              <a:rPr lang="zh-CN" altLang="en-US">
                <a:solidFill>
                  <a:srgbClr val="FF0000"/>
                </a:solidFill>
              </a:rPr>
              <a:t>操作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}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</a:t>
            </a:r>
            <a:r>
              <a:rPr lang="en-US" altLang="zh-CN">
                <a:solidFill>
                  <a:srgbClr val="FF0000"/>
                </a:solidFill>
              </a:rPr>
              <a:t>// </a:t>
            </a:r>
            <a:r>
              <a:rPr lang="zh-CN" altLang="en-US">
                <a:solidFill>
                  <a:srgbClr val="FF0000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4648200" y="29845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5064760" y="2990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6"/>
            </p:custDataLst>
          </p:nvPr>
        </p:nvCxnSpPr>
        <p:spPr>
          <a:xfrm flipV="1">
            <a:off x="5347335" y="31953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4213860" y="298450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5735320" y="29845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6151880" y="2990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10"/>
            </p:custDataLst>
          </p:nvPr>
        </p:nvCxnSpPr>
        <p:spPr>
          <a:xfrm flipV="1">
            <a:off x="6434455" y="31953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6822440" y="29845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2"/>
            </p:custDataLst>
          </p:nvPr>
        </p:nvCxnSpPr>
        <p:spPr>
          <a:xfrm>
            <a:off x="7239000" y="2990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>
            <p:custDataLst>
              <p:tags r:id="rId13"/>
            </p:custDataLst>
          </p:nvPr>
        </p:nvCxnSpPr>
        <p:spPr>
          <a:xfrm flipV="1">
            <a:off x="7521575" y="31953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7909560" y="29845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>
            <p:custDataLst>
              <p:tags r:id="rId15"/>
            </p:custDataLst>
          </p:nvPr>
        </p:nvCxnSpPr>
        <p:spPr>
          <a:xfrm>
            <a:off x="8326120" y="2990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16"/>
            </p:custDataLst>
          </p:nvPr>
        </p:nvCxnSpPr>
        <p:spPr>
          <a:xfrm flipV="1">
            <a:off x="8608695" y="31953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7"/>
            </p:custDataLst>
          </p:nvPr>
        </p:nvSpPr>
        <p:spPr>
          <a:xfrm>
            <a:off x="8996680" y="29845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>
            <p:custDataLst>
              <p:tags r:id="rId18"/>
            </p:custDataLst>
          </p:nvPr>
        </p:nvCxnSpPr>
        <p:spPr>
          <a:xfrm>
            <a:off x="9413240" y="2990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9"/>
            </p:custDataLst>
          </p:nvPr>
        </p:nvCxnSpPr>
        <p:spPr>
          <a:xfrm flipV="1">
            <a:off x="9695815" y="31953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20"/>
            </p:custDataLst>
          </p:nvPr>
        </p:nvSpPr>
        <p:spPr>
          <a:xfrm>
            <a:off x="10083800" y="29845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>
            <p:custDataLst>
              <p:tags r:id="rId21"/>
            </p:custDataLst>
          </p:nvPr>
        </p:nvCxnSpPr>
        <p:spPr>
          <a:xfrm>
            <a:off x="10500360" y="29902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22"/>
            </p:custDataLst>
          </p:nvPr>
        </p:nvSpPr>
        <p:spPr>
          <a:xfrm>
            <a:off x="5806440" y="30270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3"/>
            </p:custDataLst>
          </p:nvPr>
        </p:nvSpPr>
        <p:spPr>
          <a:xfrm>
            <a:off x="6921500" y="302768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7980680" y="30270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2" name="文本框 61"/>
          <p:cNvSpPr txBox="1"/>
          <p:nvPr>
            <p:custDataLst>
              <p:tags r:id="rId25"/>
            </p:custDataLst>
          </p:nvPr>
        </p:nvSpPr>
        <p:spPr>
          <a:xfrm>
            <a:off x="9085580" y="30270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6"/>
            </p:custDataLst>
          </p:nvPr>
        </p:nvSpPr>
        <p:spPr>
          <a:xfrm>
            <a:off x="10190480" y="299085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67" name="直接箭头连接符 66"/>
          <p:cNvCxnSpPr/>
          <p:nvPr>
            <p:custDataLst>
              <p:tags r:id="rId27"/>
            </p:custDataLst>
          </p:nvPr>
        </p:nvCxnSpPr>
        <p:spPr>
          <a:xfrm flipH="1">
            <a:off x="5186045" y="260350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28"/>
            </p:custDataLst>
          </p:nvPr>
        </p:nvSpPr>
        <p:spPr>
          <a:xfrm>
            <a:off x="5245100" y="217678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69" name="直接箭头连接符 68"/>
          <p:cNvCxnSpPr/>
          <p:nvPr>
            <p:custDataLst>
              <p:tags r:id="rId29"/>
            </p:custDataLst>
          </p:nvPr>
        </p:nvCxnSpPr>
        <p:spPr>
          <a:xfrm flipH="1">
            <a:off x="6136640" y="260350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>
            <p:custDataLst>
              <p:tags r:id="rId30"/>
            </p:custDataLst>
          </p:nvPr>
        </p:nvSpPr>
        <p:spPr>
          <a:xfrm>
            <a:off x="6151880" y="217678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1" name="文本框 70"/>
          <p:cNvSpPr txBox="1"/>
          <p:nvPr>
            <p:custDataLst>
              <p:tags r:id="rId31"/>
            </p:custDataLst>
          </p:nvPr>
        </p:nvSpPr>
        <p:spPr>
          <a:xfrm>
            <a:off x="7120255" y="2176780"/>
            <a:ext cx="101219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second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72" name="直接箭头连接符 71"/>
          <p:cNvCxnSpPr/>
          <p:nvPr>
            <p:custDataLst>
              <p:tags r:id="rId32"/>
            </p:custDataLst>
          </p:nvPr>
        </p:nvCxnSpPr>
        <p:spPr>
          <a:xfrm flipH="1">
            <a:off x="7188200" y="260350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33"/>
            </p:custDataLst>
          </p:nvPr>
        </p:nvCxnSpPr>
        <p:spPr>
          <a:xfrm flipH="1" flipV="1">
            <a:off x="6106160" y="3549650"/>
            <a:ext cx="234950" cy="253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>
            <p:custDataLst>
              <p:tags r:id="rId34"/>
            </p:custDataLst>
          </p:nvPr>
        </p:nvSpPr>
        <p:spPr>
          <a:xfrm>
            <a:off x="6405880" y="3658870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83" name="文本框 82"/>
          <p:cNvSpPr txBox="1"/>
          <p:nvPr>
            <p:custDataLst>
              <p:tags r:id="rId35"/>
            </p:custDataLst>
          </p:nvPr>
        </p:nvSpPr>
        <p:spPr>
          <a:xfrm>
            <a:off x="10516235" y="303911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36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first = head-&gt;next;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second = first-&gt;next;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while(j--) 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{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}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37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右箭头 74"/>
          <p:cNvSpPr/>
          <p:nvPr>
            <p:custDataLst>
              <p:tags r:id="rId6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third = second-&gt;next;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second-&gt;next = first;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second;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third;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4768850" y="298259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>
            <p:custDataLst>
              <p:tags r:id="rId9"/>
            </p:custDataLst>
          </p:nvPr>
        </p:nvCxnSpPr>
        <p:spPr>
          <a:xfrm>
            <a:off x="5185410" y="29883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0"/>
            </p:custDataLst>
          </p:nvPr>
        </p:nvCxnSpPr>
        <p:spPr>
          <a:xfrm flipV="1">
            <a:off x="5467985" y="319341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4334510" y="298259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>
            <p:custDataLst>
              <p:tags r:id="rId12"/>
            </p:custDataLst>
          </p:nvPr>
        </p:nvSpPr>
        <p:spPr>
          <a:xfrm>
            <a:off x="5855970" y="298259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13"/>
            </p:custDataLst>
          </p:nvPr>
        </p:nvCxnSpPr>
        <p:spPr>
          <a:xfrm>
            <a:off x="6272530" y="29883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4"/>
            </p:custDataLst>
          </p:nvPr>
        </p:nvCxnSpPr>
        <p:spPr>
          <a:xfrm flipV="1">
            <a:off x="6555105" y="319341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6943090" y="298259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16"/>
            </p:custDataLst>
          </p:nvPr>
        </p:nvCxnSpPr>
        <p:spPr>
          <a:xfrm>
            <a:off x="7359650" y="29883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17"/>
            </p:custDataLst>
          </p:nvPr>
        </p:nvCxnSpPr>
        <p:spPr>
          <a:xfrm flipV="1">
            <a:off x="7642225" y="319341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>
            <p:custDataLst>
              <p:tags r:id="rId18"/>
            </p:custDataLst>
          </p:nvPr>
        </p:nvSpPr>
        <p:spPr>
          <a:xfrm>
            <a:off x="8030210" y="298259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>
            <p:custDataLst>
              <p:tags r:id="rId19"/>
            </p:custDataLst>
          </p:nvPr>
        </p:nvCxnSpPr>
        <p:spPr>
          <a:xfrm>
            <a:off x="8446770" y="29883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20"/>
            </p:custDataLst>
          </p:nvPr>
        </p:nvCxnSpPr>
        <p:spPr>
          <a:xfrm flipV="1">
            <a:off x="8729345" y="319341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>
            <p:custDataLst>
              <p:tags r:id="rId21"/>
            </p:custDataLst>
          </p:nvPr>
        </p:nvSpPr>
        <p:spPr>
          <a:xfrm>
            <a:off x="9117330" y="298259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>
            <p:custDataLst>
              <p:tags r:id="rId22"/>
            </p:custDataLst>
          </p:nvPr>
        </p:nvCxnSpPr>
        <p:spPr>
          <a:xfrm>
            <a:off x="9533890" y="29883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23"/>
            </p:custDataLst>
          </p:nvPr>
        </p:nvCxnSpPr>
        <p:spPr>
          <a:xfrm flipV="1">
            <a:off x="9816465" y="319341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矩形 40"/>
          <p:cNvSpPr/>
          <p:nvPr>
            <p:custDataLst>
              <p:tags r:id="rId24"/>
            </p:custDataLst>
          </p:nvPr>
        </p:nvSpPr>
        <p:spPr>
          <a:xfrm>
            <a:off x="10204450" y="298259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>
            <p:custDataLst>
              <p:tags r:id="rId25"/>
            </p:custDataLst>
          </p:nvPr>
        </p:nvCxnSpPr>
        <p:spPr>
          <a:xfrm>
            <a:off x="10621010" y="298831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5927090" y="302514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4" name="文本框 43"/>
          <p:cNvSpPr txBox="1"/>
          <p:nvPr>
            <p:custDataLst>
              <p:tags r:id="rId27"/>
            </p:custDataLst>
          </p:nvPr>
        </p:nvSpPr>
        <p:spPr>
          <a:xfrm>
            <a:off x="7042150" y="302577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8"/>
            </p:custDataLst>
          </p:nvPr>
        </p:nvSpPr>
        <p:spPr>
          <a:xfrm>
            <a:off x="8101330" y="302514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9"/>
            </p:custDataLst>
          </p:nvPr>
        </p:nvSpPr>
        <p:spPr>
          <a:xfrm>
            <a:off x="9206230" y="302514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8" name="文本框 47"/>
          <p:cNvSpPr txBox="1"/>
          <p:nvPr>
            <p:custDataLst>
              <p:tags r:id="rId30"/>
            </p:custDataLst>
          </p:nvPr>
        </p:nvSpPr>
        <p:spPr>
          <a:xfrm>
            <a:off x="10311130" y="29889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49" name="直接箭头连接符 48"/>
          <p:cNvCxnSpPr/>
          <p:nvPr>
            <p:custDataLst>
              <p:tags r:id="rId31"/>
            </p:custDataLst>
          </p:nvPr>
        </p:nvCxnSpPr>
        <p:spPr>
          <a:xfrm flipH="1">
            <a:off x="5306695" y="260159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32"/>
            </p:custDataLst>
          </p:nvPr>
        </p:nvSpPr>
        <p:spPr>
          <a:xfrm>
            <a:off x="5365750" y="2174875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1" name="直接箭头连接符 50"/>
          <p:cNvCxnSpPr/>
          <p:nvPr>
            <p:custDataLst>
              <p:tags r:id="rId33"/>
            </p:custDataLst>
          </p:nvPr>
        </p:nvCxnSpPr>
        <p:spPr>
          <a:xfrm flipH="1">
            <a:off x="6257290" y="260159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>
            <p:custDataLst>
              <p:tags r:id="rId34"/>
            </p:custDataLst>
          </p:nvPr>
        </p:nvSpPr>
        <p:spPr>
          <a:xfrm>
            <a:off x="6272530" y="2174875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3" name="文本框 52"/>
          <p:cNvSpPr txBox="1"/>
          <p:nvPr>
            <p:custDataLst>
              <p:tags r:id="rId35"/>
            </p:custDataLst>
          </p:nvPr>
        </p:nvSpPr>
        <p:spPr>
          <a:xfrm>
            <a:off x="7240905" y="2174875"/>
            <a:ext cx="101219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second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4" name="直接箭头连接符 53"/>
          <p:cNvCxnSpPr/>
          <p:nvPr>
            <p:custDataLst>
              <p:tags r:id="rId36"/>
            </p:custDataLst>
          </p:nvPr>
        </p:nvCxnSpPr>
        <p:spPr>
          <a:xfrm flipH="1">
            <a:off x="7308850" y="260159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>
            <p:custDataLst>
              <p:tags r:id="rId37"/>
            </p:custDataLst>
          </p:nvPr>
        </p:nvCxnSpPr>
        <p:spPr>
          <a:xfrm flipH="1" flipV="1">
            <a:off x="6226810" y="3547745"/>
            <a:ext cx="234950" cy="253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>
            <p:custDataLst>
              <p:tags r:id="rId38"/>
            </p:custDataLst>
          </p:nvPr>
        </p:nvSpPr>
        <p:spPr>
          <a:xfrm>
            <a:off x="6526530" y="3656965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8" name="直接箭头连接符 57"/>
          <p:cNvCxnSpPr/>
          <p:nvPr>
            <p:custDataLst>
              <p:tags r:id="rId39"/>
            </p:custDataLst>
          </p:nvPr>
        </p:nvCxnSpPr>
        <p:spPr>
          <a:xfrm flipH="1">
            <a:off x="8368030" y="2601595"/>
            <a:ext cx="207010" cy="295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40"/>
            </p:custDataLst>
          </p:nvPr>
        </p:nvSpPr>
        <p:spPr>
          <a:xfrm>
            <a:off x="8368030" y="2174875"/>
            <a:ext cx="83756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third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>
            <p:custDataLst>
              <p:tags r:id="rId41"/>
            </p:custDataLst>
          </p:nvPr>
        </p:nvSpPr>
        <p:spPr>
          <a:xfrm>
            <a:off x="10636885" y="303720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889500" y="294132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5306060" y="29470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V="1">
            <a:off x="5588635" y="315214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455160" y="294132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5976620" y="294132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11"/>
            </p:custDataLst>
          </p:nvPr>
        </p:nvCxnSpPr>
        <p:spPr>
          <a:xfrm>
            <a:off x="6393180" y="29470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12"/>
            </p:custDataLst>
          </p:nvPr>
        </p:nvCxnSpPr>
        <p:spPr>
          <a:xfrm flipV="1">
            <a:off x="6675755" y="315214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7063740" y="294132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7480300" y="29470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5"/>
            </p:custDataLst>
          </p:nvPr>
        </p:nvSpPr>
        <p:spPr>
          <a:xfrm>
            <a:off x="8150860" y="294132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>
            <p:custDataLst>
              <p:tags r:id="rId16"/>
            </p:custDataLst>
          </p:nvPr>
        </p:nvCxnSpPr>
        <p:spPr>
          <a:xfrm>
            <a:off x="8567420" y="29470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17"/>
            </p:custDataLst>
          </p:nvPr>
        </p:nvCxnSpPr>
        <p:spPr>
          <a:xfrm flipV="1">
            <a:off x="8849995" y="315214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9237980" y="294132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>
            <p:custDataLst>
              <p:tags r:id="rId19"/>
            </p:custDataLst>
          </p:nvPr>
        </p:nvCxnSpPr>
        <p:spPr>
          <a:xfrm>
            <a:off x="9654540" y="29470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20"/>
            </p:custDataLst>
          </p:nvPr>
        </p:nvCxnSpPr>
        <p:spPr>
          <a:xfrm flipV="1">
            <a:off x="9937115" y="315214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10325100" y="294132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>
            <p:custDataLst>
              <p:tags r:id="rId22"/>
            </p:custDataLst>
          </p:nvPr>
        </p:nvCxnSpPr>
        <p:spPr>
          <a:xfrm>
            <a:off x="10741660" y="294703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6047740" y="298386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7162800" y="29845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8221980" y="298386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9326880" y="298386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10431780" y="294767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67" name="直接箭头连接符 66"/>
          <p:cNvCxnSpPr/>
          <p:nvPr>
            <p:custDataLst>
              <p:tags r:id="rId28"/>
            </p:custDataLst>
          </p:nvPr>
        </p:nvCxnSpPr>
        <p:spPr>
          <a:xfrm flipH="1">
            <a:off x="5427345" y="256032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29"/>
            </p:custDataLst>
          </p:nvPr>
        </p:nvSpPr>
        <p:spPr>
          <a:xfrm>
            <a:off x="5486400" y="213360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69" name="直接箭头连接符 68"/>
          <p:cNvCxnSpPr/>
          <p:nvPr>
            <p:custDataLst>
              <p:tags r:id="rId30"/>
            </p:custDataLst>
          </p:nvPr>
        </p:nvCxnSpPr>
        <p:spPr>
          <a:xfrm flipH="1">
            <a:off x="6377940" y="256032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>
            <p:custDataLst>
              <p:tags r:id="rId31"/>
            </p:custDataLst>
          </p:nvPr>
        </p:nvSpPr>
        <p:spPr>
          <a:xfrm>
            <a:off x="6393180" y="213360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1" name="文本框 70"/>
          <p:cNvSpPr txBox="1"/>
          <p:nvPr>
            <p:custDataLst>
              <p:tags r:id="rId32"/>
            </p:custDataLst>
          </p:nvPr>
        </p:nvSpPr>
        <p:spPr>
          <a:xfrm>
            <a:off x="7361555" y="2133600"/>
            <a:ext cx="101219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second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72" name="直接箭头连接符 71"/>
          <p:cNvCxnSpPr/>
          <p:nvPr>
            <p:custDataLst>
              <p:tags r:id="rId33"/>
            </p:custDataLst>
          </p:nvPr>
        </p:nvCxnSpPr>
        <p:spPr>
          <a:xfrm flipH="1">
            <a:off x="7429500" y="256032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34"/>
            </p:custDataLst>
          </p:nvPr>
        </p:nvCxnSpPr>
        <p:spPr>
          <a:xfrm flipV="1">
            <a:off x="5925820" y="3506470"/>
            <a:ext cx="342900" cy="260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>
            <p:custDataLst>
              <p:tags r:id="rId35"/>
            </p:custDataLst>
          </p:nvPr>
        </p:nvSpPr>
        <p:spPr>
          <a:xfrm>
            <a:off x="5634355" y="3604260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16" name="直接箭头连接符 15"/>
          <p:cNvCxnSpPr/>
          <p:nvPr>
            <p:custDataLst>
              <p:tags r:id="rId36"/>
            </p:custDataLst>
          </p:nvPr>
        </p:nvCxnSpPr>
        <p:spPr>
          <a:xfrm flipH="1">
            <a:off x="8488680" y="256032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>
            <p:custDataLst>
              <p:tags r:id="rId37"/>
            </p:custDataLst>
          </p:nvPr>
        </p:nvSpPr>
        <p:spPr>
          <a:xfrm>
            <a:off x="8488680" y="2133600"/>
            <a:ext cx="83756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third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76" name="直接连接符 75"/>
          <p:cNvCxnSpPr/>
          <p:nvPr>
            <p:custDataLst>
              <p:tags r:id="rId38"/>
            </p:custDataLst>
          </p:nvPr>
        </p:nvCxnSpPr>
        <p:spPr>
          <a:xfrm>
            <a:off x="7738110" y="3241675"/>
            <a:ext cx="2540" cy="384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endCxn id="11" idx="2"/>
          </p:cNvCxnSpPr>
          <p:nvPr>
            <p:custDataLst>
              <p:tags r:id="rId39"/>
            </p:custDataLst>
          </p:nvPr>
        </p:nvCxnSpPr>
        <p:spPr>
          <a:xfrm rot="10800000">
            <a:off x="6417945" y="3351530"/>
            <a:ext cx="1320165" cy="27622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40"/>
            </p:custDataLst>
          </p:nvPr>
        </p:nvSpPr>
        <p:spPr>
          <a:xfrm>
            <a:off x="10757535" y="299593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78" name="右箭头 77"/>
          <p:cNvSpPr/>
          <p:nvPr>
            <p:custDataLst>
              <p:tags r:id="rId41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42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third = second-&gt;next;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second-&gt;next = first;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second;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third;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4766310" y="292544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5182870" y="29311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8"/>
            </p:custDataLst>
          </p:nvPr>
        </p:nvCxnSpPr>
        <p:spPr>
          <a:xfrm flipV="1">
            <a:off x="5465445" y="313626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4331970" y="292544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>
            <p:custDataLst>
              <p:tags r:id="rId10"/>
            </p:custDataLst>
          </p:nvPr>
        </p:nvSpPr>
        <p:spPr>
          <a:xfrm>
            <a:off x="5853430" y="292544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11"/>
            </p:custDataLst>
          </p:nvPr>
        </p:nvCxnSpPr>
        <p:spPr>
          <a:xfrm>
            <a:off x="6269990" y="29311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2"/>
            </p:custDataLst>
          </p:nvPr>
        </p:nvCxnSpPr>
        <p:spPr>
          <a:xfrm flipV="1">
            <a:off x="6552565" y="313626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3"/>
            </p:custDataLst>
          </p:nvPr>
        </p:nvSpPr>
        <p:spPr>
          <a:xfrm>
            <a:off x="6940550" y="292544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14"/>
            </p:custDataLst>
          </p:nvPr>
        </p:nvCxnSpPr>
        <p:spPr>
          <a:xfrm>
            <a:off x="7357110" y="29311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>
            <p:custDataLst>
              <p:tags r:id="rId15"/>
            </p:custDataLst>
          </p:nvPr>
        </p:nvSpPr>
        <p:spPr>
          <a:xfrm>
            <a:off x="8027670" y="292544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>
            <p:custDataLst>
              <p:tags r:id="rId16"/>
            </p:custDataLst>
          </p:nvPr>
        </p:nvCxnSpPr>
        <p:spPr>
          <a:xfrm>
            <a:off x="8444230" y="29311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17"/>
            </p:custDataLst>
          </p:nvPr>
        </p:nvCxnSpPr>
        <p:spPr>
          <a:xfrm flipV="1">
            <a:off x="8726805" y="313626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9114790" y="292544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>
            <p:custDataLst>
              <p:tags r:id="rId19"/>
            </p:custDataLst>
          </p:nvPr>
        </p:nvCxnSpPr>
        <p:spPr>
          <a:xfrm>
            <a:off x="9531350" y="29311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>
            <p:custDataLst>
              <p:tags r:id="rId20"/>
            </p:custDataLst>
          </p:nvPr>
        </p:nvCxnSpPr>
        <p:spPr>
          <a:xfrm flipV="1">
            <a:off x="9813925" y="313626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矩形 39"/>
          <p:cNvSpPr/>
          <p:nvPr>
            <p:custDataLst>
              <p:tags r:id="rId21"/>
            </p:custDataLst>
          </p:nvPr>
        </p:nvSpPr>
        <p:spPr>
          <a:xfrm>
            <a:off x="10201910" y="292544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>
            <p:custDataLst>
              <p:tags r:id="rId22"/>
            </p:custDataLst>
          </p:nvPr>
        </p:nvCxnSpPr>
        <p:spPr>
          <a:xfrm>
            <a:off x="10618470" y="293116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5924550" y="296799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7039610" y="296862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4" name="文本框 43"/>
          <p:cNvSpPr txBox="1"/>
          <p:nvPr>
            <p:custDataLst>
              <p:tags r:id="rId25"/>
            </p:custDataLst>
          </p:nvPr>
        </p:nvSpPr>
        <p:spPr>
          <a:xfrm>
            <a:off x="8098790" y="296799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6"/>
            </p:custDataLst>
          </p:nvPr>
        </p:nvSpPr>
        <p:spPr>
          <a:xfrm>
            <a:off x="9203690" y="296799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>
            <a:off x="10308590" y="293179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48" name="直接箭头连接符 47"/>
          <p:cNvCxnSpPr/>
          <p:nvPr>
            <p:custDataLst>
              <p:tags r:id="rId28"/>
            </p:custDataLst>
          </p:nvPr>
        </p:nvCxnSpPr>
        <p:spPr>
          <a:xfrm flipH="1">
            <a:off x="5304155" y="254444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29"/>
            </p:custDataLst>
          </p:nvPr>
        </p:nvSpPr>
        <p:spPr>
          <a:xfrm>
            <a:off x="5363210" y="2117725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30"/>
            </p:custDataLst>
          </p:nvPr>
        </p:nvSpPr>
        <p:spPr>
          <a:xfrm>
            <a:off x="7245350" y="2117725"/>
            <a:ext cx="66865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first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1" name="文本框 50"/>
          <p:cNvSpPr txBox="1"/>
          <p:nvPr>
            <p:custDataLst>
              <p:tags r:id="rId31"/>
            </p:custDataLst>
          </p:nvPr>
        </p:nvSpPr>
        <p:spPr>
          <a:xfrm>
            <a:off x="8095615" y="2117725"/>
            <a:ext cx="155765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second</a:t>
            </a:r>
            <a:r>
              <a:rPr lang="en-US" altLang="zh-CN">
                <a:solidFill>
                  <a:schemeClr val="accent1"/>
                </a:solidFill>
              </a:rPr>
              <a:t>, third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2" name="直接箭头连接符 51"/>
          <p:cNvCxnSpPr/>
          <p:nvPr>
            <p:custDataLst>
              <p:tags r:id="rId32"/>
            </p:custDataLst>
          </p:nvPr>
        </p:nvCxnSpPr>
        <p:spPr>
          <a:xfrm flipH="1">
            <a:off x="7306310" y="2544445"/>
            <a:ext cx="207010" cy="295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>
            <p:custDataLst>
              <p:tags r:id="rId33"/>
            </p:custDataLst>
          </p:nvPr>
        </p:nvCxnSpPr>
        <p:spPr>
          <a:xfrm flipV="1">
            <a:off x="5802630" y="3490595"/>
            <a:ext cx="342900" cy="260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>
            <p:custDataLst>
              <p:tags r:id="rId34"/>
            </p:custDataLst>
          </p:nvPr>
        </p:nvSpPr>
        <p:spPr>
          <a:xfrm>
            <a:off x="5511165" y="3588385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5" name="直接箭头连接符 54"/>
          <p:cNvCxnSpPr/>
          <p:nvPr>
            <p:custDataLst>
              <p:tags r:id="rId35"/>
            </p:custDataLst>
          </p:nvPr>
        </p:nvCxnSpPr>
        <p:spPr>
          <a:xfrm flipH="1">
            <a:off x="8365490" y="2544445"/>
            <a:ext cx="207010" cy="295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>
            <p:custDataLst>
              <p:tags r:id="rId36"/>
            </p:custDataLst>
          </p:nvPr>
        </p:nvCxnSpPr>
        <p:spPr>
          <a:xfrm>
            <a:off x="7614920" y="3225800"/>
            <a:ext cx="2540" cy="384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肘形连接符 57"/>
          <p:cNvCxnSpPr>
            <a:endCxn id="29" idx="2"/>
          </p:cNvCxnSpPr>
          <p:nvPr>
            <p:custDataLst>
              <p:tags r:id="rId37"/>
            </p:custDataLst>
          </p:nvPr>
        </p:nvCxnSpPr>
        <p:spPr>
          <a:xfrm rot="10800000">
            <a:off x="6294755" y="3335655"/>
            <a:ext cx="1320165" cy="276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38"/>
            </p:custDataLst>
          </p:nvPr>
        </p:nvSpPr>
        <p:spPr>
          <a:xfrm>
            <a:off x="10634345" y="298005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65" name="右箭头 64"/>
          <p:cNvSpPr/>
          <p:nvPr>
            <p:custDataLst>
              <p:tags r:id="rId39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>
            <p:custDataLst>
              <p:tags r:id="rId40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third = second-&gt;next;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second-&gt;next = first;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first = second;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second = third;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770120" y="28022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5186680" y="28079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V="1">
            <a:off x="5469255" y="30130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335780" y="280225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5857240" y="28022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11"/>
            </p:custDataLst>
          </p:nvPr>
        </p:nvCxnSpPr>
        <p:spPr>
          <a:xfrm>
            <a:off x="6273800" y="28079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12"/>
            </p:custDataLst>
          </p:nvPr>
        </p:nvCxnSpPr>
        <p:spPr>
          <a:xfrm flipV="1">
            <a:off x="6556375" y="30130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6944360" y="28022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7360920" y="28079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5"/>
            </p:custDataLst>
          </p:nvPr>
        </p:nvSpPr>
        <p:spPr>
          <a:xfrm>
            <a:off x="8031480" y="28022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>
            <p:custDataLst>
              <p:tags r:id="rId16"/>
            </p:custDataLst>
          </p:nvPr>
        </p:nvCxnSpPr>
        <p:spPr>
          <a:xfrm>
            <a:off x="8448040" y="28079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17"/>
            </p:custDataLst>
          </p:nvPr>
        </p:nvCxnSpPr>
        <p:spPr>
          <a:xfrm flipV="1">
            <a:off x="8730615" y="30130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9118600" y="28022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>
            <p:custDataLst>
              <p:tags r:id="rId19"/>
            </p:custDataLst>
          </p:nvPr>
        </p:nvCxnSpPr>
        <p:spPr>
          <a:xfrm>
            <a:off x="9535160" y="28079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20"/>
            </p:custDataLst>
          </p:nvPr>
        </p:nvCxnSpPr>
        <p:spPr>
          <a:xfrm flipV="1">
            <a:off x="9817735" y="30130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21"/>
            </p:custDataLst>
          </p:nvPr>
        </p:nvSpPr>
        <p:spPr>
          <a:xfrm>
            <a:off x="10205720" y="28022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>
            <p:custDataLst>
              <p:tags r:id="rId22"/>
            </p:custDataLst>
          </p:nvPr>
        </p:nvCxnSpPr>
        <p:spPr>
          <a:xfrm>
            <a:off x="10622280" y="28079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23"/>
            </p:custDataLst>
          </p:nvPr>
        </p:nvSpPr>
        <p:spPr>
          <a:xfrm>
            <a:off x="5928360" y="28448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4"/>
            </p:custDataLst>
          </p:nvPr>
        </p:nvSpPr>
        <p:spPr>
          <a:xfrm>
            <a:off x="7043420" y="284543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1" name="文本框 60"/>
          <p:cNvSpPr txBox="1"/>
          <p:nvPr>
            <p:custDataLst>
              <p:tags r:id="rId25"/>
            </p:custDataLst>
          </p:nvPr>
        </p:nvSpPr>
        <p:spPr>
          <a:xfrm>
            <a:off x="8102600" y="28448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9207500" y="28448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7"/>
            </p:custDataLst>
          </p:nvPr>
        </p:nvSpPr>
        <p:spPr>
          <a:xfrm>
            <a:off x="10312400" y="280860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67" name="直接箭头连接符 66"/>
          <p:cNvCxnSpPr/>
          <p:nvPr>
            <p:custDataLst>
              <p:tags r:id="rId28"/>
            </p:custDataLst>
          </p:nvPr>
        </p:nvCxnSpPr>
        <p:spPr>
          <a:xfrm flipH="1">
            <a:off x="5307965" y="242125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29"/>
            </p:custDataLst>
          </p:nvPr>
        </p:nvSpPr>
        <p:spPr>
          <a:xfrm>
            <a:off x="5367020" y="1994535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0" name="文本框 69"/>
          <p:cNvSpPr txBox="1"/>
          <p:nvPr>
            <p:custDataLst>
              <p:tags r:id="rId30"/>
            </p:custDataLst>
          </p:nvPr>
        </p:nvSpPr>
        <p:spPr>
          <a:xfrm>
            <a:off x="7249160" y="1994535"/>
            <a:ext cx="66865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1" name="文本框 70"/>
          <p:cNvSpPr txBox="1"/>
          <p:nvPr>
            <p:custDataLst>
              <p:tags r:id="rId31"/>
            </p:custDataLst>
          </p:nvPr>
        </p:nvSpPr>
        <p:spPr>
          <a:xfrm>
            <a:off x="8099425" y="1994535"/>
            <a:ext cx="93662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second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72" name="直接箭头连接符 71"/>
          <p:cNvCxnSpPr/>
          <p:nvPr>
            <p:custDataLst>
              <p:tags r:id="rId32"/>
            </p:custDataLst>
          </p:nvPr>
        </p:nvCxnSpPr>
        <p:spPr>
          <a:xfrm flipH="1">
            <a:off x="7310120" y="242125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33"/>
            </p:custDataLst>
          </p:nvPr>
        </p:nvCxnSpPr>
        <p:spPr>
          <a:xfrm flipV="1">
            <a:off x="5806440" y="3367405"/>
            <a:ext cx="342900" cy="260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>
            <p:custDataLst>
              <p:tags r:id="rId34"/>
            </p:custDataLst>
          </p:nvPr>
        </p:nvSpPr>
        <p:spPr>
          <a:xfrm>
            <a:off x="5514975" y="3465195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16" name="直接箭头连接符 15"/>
          <p:cNvCxnSpPr/>
          <p:nvPr>
            <p:custDataLst>
              <p:tags r:id="rId35"/>
            </p:custDataLst>
          </p:nvPr>
        </p:nvCxnSpPr>
        <p:spPr>
          <a:xfrm flipH="1">
            <a:off x="8369300" y="242125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>
            <p:custDataLst>
              <p:tags r:id="rId36"/>
            </p:custDataLst>
          </p:nvPr>
        </p:nvCxnSpPr>
        <p:spPr>
          <a:xfrm>
            <a:off x="7618730" y="3102610"/>
            <a:ext cx="2540" cy="384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endCxn id="11" idx="2"/>
          </p:cNvCxnSpPr>
          <p:nvPr>
            <p:custDataLst>
              <p:tags r:id="rId37"/>
            </p:custDataLst>
          </p:nvPr>
        </p:nvCxnSpPr>
        <p:spPr>
          <a:xfrm rot="10800000">
            <a:off x="6298565" y="3212465"/>
            <a:ext cx="1320165" cy="276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>
            <p:custDataLst>
              <p:tags r:id="rId38"/>
            </p:custDataLst>
          </p:nvPr>
        </p:nvCxnSpPr>
        <p:spPr>
          <a:xfrm flipH="1">
            <a:off x="9450070" y="2421255"/>
            <a:ext cx="207010" cy="295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39"/>
            </p:custDataLst>
          </p:nvPr>
        </p:nvSpPr>
        <p:spPr>
          <a:xfrm>
            <a:off x="9369425" y="1994535"/>
            <a:ext cx="632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third</a:t>
            </a: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sp>
        <p:nvSpPr>
          <p:cNvPr id="83" name="文本框 82"/>
          <p:cNvSpPr txBox="1"/>
          <p:nvPr>
            <p:custDataLst>
              <p:tags r:id="rId40"/>
            </p:custDataLst>
          </p:nvPr>
        </p:nvSpPr>
        <p:spPr>
          <a:xfrm>
            <a:off x="10638155" y="285686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77" name="右箭头 76"/>
          <p:cNvSpPr/>
          <p:nvPr>
            <p:custDataLst>
              <p:tags r:id="rId41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>
            <p:custDataLst>
              <p:tags r:id="rId42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third = second-&gt;next;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second-&gt;next = first;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second;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third;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4641850" y="280289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5058410" y="2808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8"/>
            </p:custDataLst>
          </p:nvPr>
        </p:nvCxnSpPr>
        <p:spPr>
          <a:xfrm flipV="1">
            <a:off x="5340985" y="301371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4207510" y="280289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>
            <p:custDataLst>
              <p:tags r:id="rId10"/>
            </p:custDataLst>
          </p:nvPr>
        </p:nvSpPr>
        <p:spPr>
          <a:xfrm>
            <a:off x="5728970" y="280289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>
            <p:custDataLst>
              <p:tags r:id="rId11"/>
            </p:custDataLst>
          </p:nvPr>
        </p:nvCxnSpPr>
        <p:spPr>
          <a:xfrm>
            <a:off x="6145530" y="2808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2"/>
            </p:custDataLst>
          </p:nvPr>
        </p:nvCxnSpPr>
        <p:spPr>
          <a:xfrm flipV="1">
            <a:off x="6428105" y="301371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3"/>
            </p:custDataLst>
          </p:nvPr>
        </p:nvSpPr>
        <p:spPr>
          <a:xfrm>
            <a:off x="6816090" y="280289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14"/>
            </p:custDataLst>
          </p:nvPr>
        </p:nvCxnSpPr>
        <p:spPr>
          <a:xfrm>
            <a:off x="7232650" y="2808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>
            <p:custDataLst>
              <p:tags r:id="rId15"/>
            </p:custDataLst>
          </p:nvPr>
        </p:nvSpPr>
        <p:spPr>
          <a:xfrm>
            <a:off x="7903210" y="280289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>
            <p:custDataLst>
              <p:tags r:id="rId16"/>
            </p:custDataLst>
          </p:nvPr>
        </p:nvCxnSpPr>
        <p:spPr>
          <a:xfrm>
            <a:off x="8319770" y="2808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>
            <p:custDataLst>
              <p:tags r:id="rId17"/>
            </p:custDataLst>
          </p:nvPr>
        </p:nvSpPr>
        <p:spPr>
          <a:xfrm>
            <a:off x="8990330" y="280289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>
            <p:custDataLst>
              <p:tags r:id="rId18"/>
            </p:custDataLst>
          </p:nvPr>
        </p:nvCxnSpPr>
        <p:spPr>
          <a:xfrm>
            <a:off x="9406890" y="2808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>
            <p:custDataLst>
              <p:tags r:id="rId19"/>
            </p:custDataLst>
          </p:nvPr>
        </p:nvCxnSpPr>
        <p:spPr>
          <a:xfrm flipV="1">
            <a:off x="9689465" y="301371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>
            <p:custDataLst>
              <p:tags r:id="rId20"/>
            </p:custDataLst>
          </p:nvPr>
        </p:nvSpPr>
        <p:spPr>
          <a:xfrm>
            <a:off x="10077450" y="280289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/>
          <p:nvPr>
            <p:custDataLst>
              <p:tags r:id="rId21"/>
            </p:custDataLst>
          </p:nvPr>
        </p:nvCxnSpPr>
        <p:spPr>
          <a:xfrm>
            <a:off x="10494010" y="280860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>
            <p:custDataLst>
              <p:tags r:id="rId22"/>
            </p:custDataLst>
          </p:nvPr>
        </p:nvSpPr>
        <p:spPr>
          <a:xfrm>
            <a:off x="5800090" y="284543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6915150" y="284607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7974330" y="284543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4" name="文本框 43"/>
          <p:cNvSpPr txBox="1"/>
          <p:nvPr>
            <p:custDataLst>
              <p:tags r:id="rId25"/>
            </p:custDataLst>
          </p:nvPr>
        </p:nvSpPr>
        <p:spPr>
          <a:xfrm>
            <a:off x="9079230" y="284543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6"/>
            </p:custDataLst>
          </p:nvPr>
        </p:nvSpPr>
        <p:spPr>
          <a:xfrm>
            <a:off x="10184130" y="280924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47" name="直接箭头连接符 46"/>
          <p:cNvCxnSpPr/>
          <p:nvPr>
            <p:custDataLst>
              <p:tags r:id="rId27"/>
            </p:custDataLst>
          </p:nvPr>
        </p:nvCxnSpPr>
        <p:spPr>
          <a:xfrm flipH="1">
            <a:off x="5179695" y="242189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28"/>
            </p:custDataLst>
          </p:nvPr>
        </p:nvSpPr>
        <p:spPr>
          <a:xfrm>
            <a:off x="5238750" y="199517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29"/>
            </p:custDataLst>
          </p:nvPr>
        </p:nvSpPr>
        <p:spPr>
          <a:xfrm>
            <a:off x="7120890" y="1995170"/>
            <a:ext cx="66865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0" name="文本框 49"/>
          <p:cNvSpPr txBox="1"/>
          <p:nvPr>
            <p:custDataLst>
              <p:tags r:id="rId30"/>
            </p:custDataLst>
          </p:nvPr>
        </p:nvSpPr>
        <p:spPr>
          <a:xfrm>
            <a:off x="7971155" y="1995170"/>
            <a:ext cx="93662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second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1" name="直接箭头连接符 50"/>
          <p:cNvCxnSpPr/>
          <p:nvPr>
            <p:custDataLst>
              <p:tags r:id="rId31"/>
            </p:custDataLst>
          </p:nvPr>
        </p:nvCxnSpPr>
        <p:spPr>
          <a:xfrm flipH="1">
            <a:off x="7181850" y="242189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32"/>
            </p:custDataLst>
          </p:nvPr>
        </p:nvCxnSpPr>
        <p:spPr>
          <a:xfrm flipV="1">
            <a:off x="5678170" y="3368040"/>
            <a:ext cx="342900" cy="260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>
            <p:custDataLst>
              <p:tags r:id="rId33"/>
            </p:custDataLst>
          </p:nvPr>
        </p:nvSpPr>
        <p:spPr>
          <a:xfrm>
            <a:off x="5386705" y="3465830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4" name="直接箭头连接符 53"/>
          <p:cNvCxnSpPr/>
          <p:nvPr>
            <p:custDataLst>
              <p:tags r:id="rId34"/>
            </p:custDataLst>
          </p:nvPr>
        </p:nvCxnSpPr>
        <p:spPr>
          <a:xfrm flipH="1">
            <a:off x="8241030" y="242189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>
            <p:custDataLst>
              <p:tags r:id="rId35"/>
            </p:custDataLst>
          </p:nvPr>
        </p:nvCxnSpPr>
        <p:spPr>
          <a:xfrm>
            <a:off x="7490460" y="3103245"/>
            <a:ext cx="2540" cy="384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endCxn id="29" idx="2"/>
          </p:cNvCxnSpPr>
          <p:nvPr>
            <p:custDataLst>
              <p:tags r:id="rId36"/>
            </p:custDataLst>
          </p:nvPr>
        </p:nvCxnSpPr>
        <p:spPr>
          <a:xfrm rot="10800000">
            <a:off x="6170295" y="3213100"/>
            <a:ext cx="1320165" cy="276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>
            <p:custDataLst>
              <p:tags r:id="rId37"/>
            </p:custDataLst>
          </p:nvPr>
        </p:nvCxnSpPr>
        <p:spPr>
          <a:xfrm flipH="1">
            <a:off x="9321800" y="242189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38"/>
            </p:custDataLst>
          </p:nvPr>
        </p:nvSpPr>
        <p:spPr>
          <a:xfrm>
            <a:off x="9241155" y="1995170"/>
            <a:ext cx="6324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third</a:t>
            </a:r>
            <a:endParaRPr lang="en-US" altLang="zh-CN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7" name="直接连接符 76"/>
          <p:cNvCxnSpPr/>
          <p:nvPr>
            <p:custDataLst>
              <p:tags r:id="rId39"/>
            </p:custDataLst>
          </p:nvPr>
        </p:nvCxnSpPr>
        <p:spPr>
          <a:xfrm>
            <a:off x="8549640" y="3077210"/>
            <a:ext cx="0" cy="4508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endCxn id="32" idx="2"/>
          </p:cNvCxnSpPr>
          <p:nvPr>
            <p:custDataLst>
              <p:tags r:id="rId40"/>
            </p:custDataLst>
          </p:nvPr>
        </p:nvCxnSpPr>
        <p:spPr>
          <a:xfrm rot="10800000">
            <a:off x="7258050" y="3213100"/>
            <a:ext cx="1291590" cy="314325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>
            <p:custDataLst>
              <p:tags r:id="rId41"/>
            </p:custDataLst>
          </p:nvPr>
        </p:nvSpPr>
        <p:spPr>
          <a:xfrm>
            <a:off x="10509885" y="28575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80" name="右箭头 79"/>
          <p:cNvSpPr/>
          <p:nvPr>
            <p:custDataLst>
              <p:tags r:id="rId42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>
            <p:custDataLst>
              <p:tags r:id="rId43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third = second-&gt;next;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second-&gt;next = first;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second;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third;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299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反转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次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416425" y="28702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4832985" y="28759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V="1">
            <a:off x="5115560" y="30810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3982085" y="2870200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5503545" y="28702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11"/>
            </p:custDataLst>
          </p:nvPr>
        </p:nvCxnSpPr>
        <p:spPr>
          <a:xfrm>
            <a:off x="5920105" y="28759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12"/>
            </p:custDataLst>
          </p:nvPr>
        </p:nvCxnSpPr>
        <p:spPr>
          <a:xfrm flipV="1">
            <a:off x="6202680" y="30810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6590665" y="28702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7007225" y="28759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5"/>
            </p:custDataLst>
          </p:nvPr>
        </p:nvSpPr>
        <p:spPr>
          <a:xfrm>
            <a:off x="7677785" y="28702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>
            <p:custDataLst>
              <p:tags r:id="rId16"/>
            </p:custDataLst>
          </p:nvPr>
        </p:nvCxnSpPr>
        <p:spPr>
          <a:xfrm>
            <a:off x="8094345" y="28759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>
            <p:custDataLst>
              <p:tags r:id="rId17"/>
            </p:custDataLst>
          </p:nvPr>
        </p:nvSpPr>
        <p:spPr>
          <a:xfrm>
            <a:off x="8764905" y="28702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>
            <p:custDataLst>
              <p:tags r:id="rId18"/>
            </p:custDataLst>
          </p:nvPr>
        </p:nvCxnSpPr>
        <p:spPr>
          <a:xfrm>
            <a:off x="9181465" y="28759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9"/>
            </p:custDataLst>
          </p:nvPr>
        </p:nvCxnSpPr>
        <p:spPr>
          <a:xfrm flipV="1">
            <a:off x="9464040" y="3081020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20"/>
            </p:custDataLst>
          </p:nvPr>
        </p:nvSpPr>
        <p:spPr>
          <a:xfrm>
            <a:off x="9852025" y="2870200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>
            <p:custDataLst>
              <p:tags r:id="rId21"/>
            </p:custDataLst>
          </p:nvPr>
        </p:nvCxnSpPr>
        <p:spPr>
          <a:xfrm>
            <a:off x="10268585" y="2875915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>
            <p:custDataLst>
              <p:tags r:id="rId22"/>
            </p:custDataLst>
          </p:nvPr>
        </p:nvSpPr>
        <p:spPr>
          <a:xfrm>
            <a:off x="5574665" y="29127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0" name="文本框 59"/>
          <p:cNvSpPr txBox="1"/>
          <p:nvPr>
            <p:custDataLst>
              <p:tags r:id="rId23"/>
            </p:custDataLst>
          </p:nvPr>
        </p:nvSpPr>
        <p:spPr>
          <a:xfrm>
            <a:off x="6689725" y="291338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7748905" y="29127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2" name="文本框 61"/>
          <p:cNvSpPr txBox="1"/>
          <p:nvPr>
            <p:custDataLst>
              <p:tags r:id="rId25"/>
            </p:custDataLst>
          </p:nvPr>
        </p:nvSpPr>
        <p:spPr>
          <a:xfrm>
            <a:off x="8853805" y="291274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3" name="文本框 62"/>
          <p:cNvSpPr txBox="1"/>
          <p:nvPr>
            <p:custDataLst>
              <p:tags r:id="rId26"/>
            </p:custDataLst>
          </p:nvPr>
        </p:nvSpPr>
        <p:spPr>
          <a:xfrm>
            <a:off x="9958705" y="287655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67" name="直接箭头连接符 66"/>
          <p:cNvCxnSpPr/>
          <p:nvPr>
            <p:custDataLst>
              <p:tags r:id="rId27"/>
            </p:custDataLst>
          </p:nvPr>
        </p:nvCxnSpPr>
        <p:spPr>
          <a:xfrm flipH="1">
            <a:off x="4954270" y="2489200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28"/>
            </p:custDataLst>
          </p:nvPr>
        </p:nvSpPr>
        <p:spPr>
          <a:xfrm>
            <a:off x="5013325" y="206248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0" name="文本框 69"/>
          <p:cNvSpPr txBox="1"/>
          <p:nvPr>
            <p:custDataLst>
              <p:tags r:id="rId29"/>
            </p:custDataLst>
          </p:nvPr>
        </p:nvSpPr>
        <p:spPr>
          <a:xfrm>
            <a:off x="7892415" y="2062480"/>
            <a:ext cx="66865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first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73" name="直接箭头连接符 72"/>
          <p:cNvCxnSpPr/>
          <p:nvPr>
            <p:custDataLst>
              <p:tags r:id="rId30"/>
            </p:custDataLst>
          </p:nvPr>
        </p:nvCxnSpPr>
        <p:spPr>
          <a:xfrm flipV="1">
            <a:off x="5452745" y="3435350"/>
            <a:ext cx="342900" cy="260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>
            <p:custDataLst>
              <p:tags r:id="rId31"/>
            </p:custDataLst>
          </p:nvPr>
        </p:nvSpPr>
        <p:spPr>
          <a:xfrm>
            <a:off x="5161280" y="3533140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16" name="直接箭头连接符 15"/>
          <p:cNvCxnSpPr/>
          <p:nvPr>
            <p:custDataLst>
              <p:tags r:id="rId32"/>
            </p:custDataLst>
          </p:nvPr>
        </p:nvCxnSpPr>
        <p:spPr>
          <a:xfrm flipH="1">
            <a:off x="8015605" y="2489200"/>
            <a:ext cx="207010" cy="295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33"/>
            </p:custDataLst>
          </p:nvPr>
        </p:nvCxnSpPr>
        <p:spPr>
          <a:xfrm>
            <a:off x="7265035" y="3170555"/>
            <a:ext cx="2540" cy="384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endCxn id="11" idx="2"/>
          </p:cNvCxnSpPr>
          <p:nvPr>
            <p:custDataLst>
              <p:tags r:id="rId34"/>
            </p:custDataLst>
          </p:nvPr>
        </p:nvCxnSpPr>
        <p:spPr>
          <a:xfrm rot="10800000">
            <a:off x="5944870" y="3280410"/>
            <a:ext cx="1320165" cy="276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35"/>
            </p:custDataLst>
          </p:nvPr>
        </p:nvCxnSpPr>
        <p:spPr>
          <a:xfrm flipH="1">
            <a:off x="9096375" y="2489200"/>
            <a:ext cx="207010" cy="2959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>
            <p:custDataLst>
              <p:tags r:id="rId36"/>
            </p:custDataLst>
          </p:nvPr>
        </p:nvSpPr>
        <p:spPr>
          <a:xfrm>
            <a:off x="9015730" y="2062480"/>
            <a:ext cx="1624965" cy="342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second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, third</a:t>
            </a:r>
            <a:endParaRPr lang="en-US" altLang="zh-CN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71" name="直接连接符 70"/>
          <p:cNvCxnSpPr/>
          <p:nvPr>
            <p:custDataLst>
              <p:tags r:id="rId37"/>
            </p:custDataLst>
          </p:nvPr>
        </p:nvCxnSpPr>
        <p:spPr>
          <a:xfrm>
            <a:off x="8324215" y="3144520"/>
            <a:ext cx="0" cy="450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肘形连接符 71"/>
          <p:cNvCxnSpPr>
            <a:endCxn id="14" idx="2"/>
          </p:cNvCxnSpPr>
          <p:nvPr>
            <p:custDataLst>
              <p:tags r:id="rId38"/>
            </p:custDataLst>
          </p:nvPr>
        </p:nvCxnSpPr>
        <p:spPr>
          <a:xfrm rot="10800000">
            <a:off x="7032625" y="3280410"/>
            <a:ext cx="1291590" cy="3143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39"/>
            </p:custDataLst>
          </p:nvPr>
        </p:nvSpPr>
        <p:spPr>
          <a:xfrm>
            <a:off x="10284460" y="292481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80" name="右箭头 79"/>
          <p:cNvSpPr/>
          <p:nvPr>
            <p:custDataLst>
              <p:tags r:id="rId40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>
            <p:custDataLst>
              <p:tags r:id="rId41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third = second-&gt;next;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second-&gt;next = first;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first = second;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second = third;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47340" y="3861435"/>
            <a:ext cx="3557905" cy="2947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反转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head-&gt;next = first;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453517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495173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4100830" y="277685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562229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>
            <p:custDataLst>
              <p:tags r:id="rId10"/>
            </p:custDataLst>
          </p:nvPr>
        </p:nvCxnSpPr>
        <p:spPr>
          <a:xfrm>
            <a:off x="603885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11"/>
            </p:custDataLst>
          </p:nvPr>
        </p:nvCxnSpPr>
        <p:spPr>
          <a:xfrm flipV="1">
            <a:off x="6321425" y="29876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30"/>
          <p:cNvSpPr/>
          <p:nvPr>
            <p:custDataLst>
              <p:tags r:id="rId12"/>
            </p:custDataLst>
          </p:nvPr>
        </p:nvSpPr>
        <p:spPr>
          <a:xfrm>
            <a:off x="670941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>
            <p:custDataLst>
              <p:tags r:id="rId13"/>
            </p:custDataLst>
          </p:nvPr>
        </p:nvCxnSpPr>
        <p:spPr>
          <a:xfrm>
            <a:off x="712597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>
            <p:custDataLst>
              <p:tags r:id="rId14"/>
            </p:custDataLst>
          </p:nvPr>
        </p:nvSpPr>
        <p:spPr>
          <a:xfrm>
            <a:off x="779653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>
            <p:custDataLst>
              <p:tags r:id="rId15"/>
            </p:custDataLst>
          </p:nvPr>
        </p:nvCxnSpPr>
        <p:spPr>
          <a:xfrm>
            <a:off x="821309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>
            <p:custDataLst>
              <p:tags r:id="rId16"/>
            </p:custDataLst>
          </p:nvPr>
        </p:nvSpPr>
        <p:spPr>
          <a:xfrm>
            <a:off x="888365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>
            <p:custDataLst>
              <p:tags r:id="rId17"/>
            </p:custDataLst>
          </p:nvPr>
        </p:nvCxnSpPr>
        <p:spPr>
          <a:xfrm>
            <a:off x="930021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18"/>
            </p:custDataLst>
          </p:nvPr>
        </p:nvCxnSpPr>
        <p:spPr>
          <a:xfrm flipV="1">
            <a:off x="9582785" y="29876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>
            <p:custDataLst>
              <p:tags r:id="rId19"/>
            </p:custDataLst>
          </p:nvPr>
        </p:nvSpPr>
        <p:spPr>
          <a:xfrm>
            <a:off x="997077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>
            <p:custDataLst>
              <p:tags r:id="rId20"/>
            </p:custDataLst>
          </p:nvPr>
        </p:nvCxnSpPr>
        <p:spPr>
          <a:xfrm>
            <a:off x="1038733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5693410" y="28194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22"/>
            </p:custDataLst>
          </p:nvPr>
        </p:nvSpPr>
        <p:spPr>
          <a:xfrm>
            <a:off x="6808470" y="282003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7867650" y="28194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8972550" y="28194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4" name="文本框 43"/>
          <p:cNvSpPr txBox="1"/>
          <p:nvPr>
            <p:custDataLst>
              <p:tags r:id="rId25"/>
            </p:custDataLst>
          </p:nvPr>
        </p:nvSpPr>
        <p:spPr>
          <a:xfrm>
            <a:off x="10077450" y="278320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46" name="直接箭头连接符 45"/>
          <p:cNvCxnSpPr/>
          <p:nvPr>
            <p:custDataLst>
              <p:tags r:id="rId26"/>
            </p:custDataLst>
          </p:nvPr>
        </p:nvCxnSpPr>
        <p:spPr>
          <a:xfrm>
            <a:off x="4822190" y="2361565"/>
            <a:ext cx="250825" cy="330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>
            <a:off x="4535170" y="1969770"/>
            <a:ext cx="78232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head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28"/>
            </p:custDataLst>
          </p:nvPr>
        </p:nvSpPr>
        <p:spPr>
          <a:xfrm>
            <a:off x="8213090" y="1969135"/>
            <a:ext cx="66865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49" name="直接箭头连接符 48"/>
          <p:cNvCxnSpPr/>
          <p:nvPr>
            <p:custDataLst>
              <p:tags r:id="rId29"/>
            </p:custDataLst>
          </p:nvPr>
        </p:nvCxnSpPr>
        <p:spPr>
          <a:xfrm flipV="1">
            <a:off x="5571490" y="3342005"/>
            <a:ext cx="342900" cy="260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30"/>
            </p:custDataLst>
          </p:nvPr>
        </p:nvSpPr>
        <p:spPr>
          <a:xfrm>
            <a:off x="5280025" y="3439795"/>
            <a:ext cx="46418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1" name="直接箭头连接符 50"/>
          <p:cNvCxnSpPr/>
          <p:nvPr>
            <p:custDataLst>
              <p:tags r:id="rId31"/>
            </p:custDataLst>
          </p:nvPr>
        </p:nvCxnSpPr>
        <p:spPr>
          <a:xfrm flipH="1">
            <a:off x="8288655" y="236156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>
            <p:custDataLst>
              <p:tags r:id="rId32"/>
            </p:custDataLst>
          </p:nvPr>
        </p:nvCxnSpPr>
        <p:spPr>
          <a:xfrm>
            <a:off x="7383780" y="3077210"/>
            <a:ext cx="2540" cy="384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肘形连接符 52"/>
          <p:cNvCxnSpPr>
            <a:endCxn id="28" idx="2"/>
          </p:cNvCxnSpPr>
          <p:nvPr>
            <p:custDataLst>
              <p:tags r:id="rId33"/>
            </p:custDataLst>
          </p:nvPr>
        </p:nvCxnSpPr>
        <p:spPr>
          <a:xfrm rot="10800000">
            <a:off x="6063615" y="3187065"/>
            <a:ext cx="1320165" cy="276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>
            <p:custDataLst>
              <p:tags r:id="rId34"/>
            </p:custDataLst>
          </p:nvPr>
        </p:nvCxnSpPr>
        <p:spPr>
          <a:xfrm flipH="1">
            <a:off x="9215120" y="239585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>
            <p:custDataLst>
              <p:tags r:id="rId35"/>
            </p:custDataLst>
          </p:nvPr>
        </p:nvSpPr>
        <p:spPr>
          <a:xfrm>
            <a:off x="9134475" y="1969135"/>
            <a:ext cx="1624965" cy="342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second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, third</a:t>
            </a:r>
            <a:endParaRPr lang="en-US" altLang="zh-CN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57" name="直接连接符 56"/>
          <p:cNvCxnSpPr/>
          <p:nvPr>
            <p:custDataLst>
              <p:tags r:id="rId36"/>
            </p:custDataLst>
          </p:nvPr>
        </p:nvCxnSpPr>
        <p:spPr>
          <a:xfrm>
            <a:off x="8442960" y="3051175"/>
            <a:ext cx="0" cy="450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肘形连接符 57"/>
          <p:cNvCxnSpPr>
            <a:endCxn id="31" idx="2"/>
          </p:cNvCxnSpPr>
          <p:nvPr>
            <p:custDataLst>
              <p:tags r:id="rId37"/>
            </p:custDataLst>
          </p:nvPr>
        </p:nvCxnSpPr>
        <p:spPr>
          <a:xfrm rot="10800000">
            <a:off x="7151370" y="3187065"/>
            <a:ext cx="1291590" cy="3143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38"/>
            </p:custDataLst>
          </p:nvPr>
        </p:nvCxnSpPr>
        <p:spPr>
          <a:xfrm flipH="1" flipV="1">
            <a:off x="5245735" y="2437765"/>
            <a:ext cx="8255" cy="4908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肘形连接符 75"/>
          <p:cNvCxnSpPr/>
          <p:nvPr>
            <p:custDataLst>
              <p:tags r:id="rId39"/>
            </p:custDataLst>
          </p:nvPr>
        </p:nvCxnSpPr>
        <p:spPr>
          <a:xfrm>
            <a:off x="5262245" y="2437765"/>
            <a:ext cx="2976245" cy="33909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>
            <p:custDataLst>
              <p:tags r:id="rId40"/>
            </p:custDataLst>
          </p:nvPr>
        </p:nvSpPr>
        <p:spPr>
          <a:xfrm>
            <a:off x="10403205" y="283146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  <p:sp>
        <p:nvSpPr>
          <p:cNvPr id="80" name="右箭头 79"/>
          <p:cNvSpPr/>
          <p:nvPr>
            <p:custDataLst>
              <p:tags r:id="rId41"/>
            </p:custDataLst>
          </p:nvPr>
        </p:nvSpPr>
        <p:spPr>
          <a:xfrm>
            <a:off x="4495165" y="5600065"/>
            <a:ext cx="1310640" cy="20701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>
            <p:custDataLst>
              <p:tags r:id="rId42"/>
            </p:custDataLst>
          </p:nvPr>
        </p:nvSpPr>
        <p:spPr>
          <a:xfrm>
            <a:off x="614807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third = second-&gt;next;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second-&gt;next = first;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second;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third;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80135" y="603250"/>
            <a:ext cx="8829675" cy="93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分段逆转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：给定一个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带头结点的单链表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和一个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整数K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，要求将链表中的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每K个结点做一次逆转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556260" y="1649730"/>
            <a:ext cx="3655695" cy="105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en-US" altLang="zh-CN"/>
              <a:t>len</a:t>
            </a:r>
            <a:r>
              <a:rPr lang="zh-CN" altLang="en-US"/>
              <a:t>表示链表元素</a:t>
            </a:r>
            <a:r>
              <a:rPr lang="zh-CN" altLang="en-US"/>
              <a:t>个数。</a:t>
            </a:r>
            <a:endParaRPr lang="zh-CN" altLang="en-US"/>
          </a:p>
          <a:p>
            <a:r>
              <a:rPr lang="zh-CN" altLang="en-US" b="1">
                <a:solidFill>
                  <a:srgbClr val="FF0000"/>
                </a:solidFill>
              </a:rPr>
              <a:t>一轮操作</a:t>
            </a:r>
            <a:r>
              <a:rPr lang="zh-CN" altLang="en-US"/>
              <a:t>：每</a:t>
            </a:r>
            <a:r>
              <a:rPr lang="en-US" altLang="zh-CN"/>
              <a:t>k</a:t>
            </a:r>
            <a:r>
              <a:rPr lang="zh-CN" altLang="en-US"/>
              <a:t>个结点做一次逆转。</a:t>
            </a:r>
            <a:endParaRPr lang="zh-CN" altLang="en-US"/>
          </a:p>
          <a:p>
            <a:r>
              <a:rPr lang="zh-CN" altLang="en-US"/>
              <a:t>一共有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num=len/k</a:t>
            </a:r>
            <a:r>
              <a:rPr lang="zh-CN" altLang="en-US"/>
              <a:t>轮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86740" y="2817495"/>
            <a:ext cx="286829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②</a:t>
            </a:r>
            <a:r>
              <a:rPr lang="zh-CN" altLang="en-US"/>
              <a:t>考虑边界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en-US" altLang="zh-CN"/>
              <a:t>k &lt;= 1 </a:t>
            </a:r>
            <a:r>
              <a:rPr lang="zh-CN" altLang="en-US"/>
              <a:t>不用</a:t>
            </a:r>
            <a:r>
              <a:rPr lang="zh-CN" altLang="en-US"/>
              <a:t>逆转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22935" y="3637915"/>
            <a:ext cx="4044315" cy="1205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while (k &gt;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 &amp;&amp; num--)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{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   // </a:t>
            </a:r>
            <a:r>
              <a:rPr lang="zh-CN" altLang="en-US">
                <a:solidFill>
                  <a:schemeClr val="accent1"/>
                </a:solidFill>
              </a:rPr>
              <a:t>一轮操作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}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855595" y="3778250"/>
            <a:ext cx="3557905" cy="2947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head-&gt;next;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first-&gt;next;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 = first; // 记录反转的第一个节点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int j = k - 1; // 需要反转k-1次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while(j--) 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{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//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反转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次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}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head-&gt;next = first;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s-&gt;next = second;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head = s;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右箭头 4"/>
          <p:cNvSpPr/>
          <p:nvPr>
            <p:custDataLst>
              <p:tags r:id="rId5"/>
            </p:custDataLst>
          </p:nvPr>
        </p:nvSpPr>
        <p:spPr>
          <a:xfrm rot="1740000">
            <a:off x="2103120" y="4595495"/>
            <a:ext cx="621665" cy="23114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右箭头 74"/>
          <p:cNvSpPr/>
          <p:nvPr>
            <p:custDataLst>
              <p:tags r:id="rId6"/>
            </p:custDataLst>
          </p:nvPr>
        </p:nvSpPr>
        <p:spPr>
          <a:xfrm>
            <a:off x="5393055" y="5600065"/>
            <a:ext cx="1652905" cy="201295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7239000" y="5018405"/>
            <a:ext cx="2701925" cy="1276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accent1"/>
                </a:solidFill>
              </a:rPr>
              <a:t>third = second-&gt;next;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second-&gt;next = first;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first = second;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second = third;</a:t>
            </a:r>
            <a:endParaRPr lang="zh-CN" altLang="en-US">
              <a:solidFill>
                <a:schemeClr val="accent1"/>
              </a:solidFill>
            </a:endParaRPr>
          </a:p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80" name="矩形 79"/>
          <p:cNvSpPr/>
          <p:nvPr>
            <p:custDataLst>
              <p:tags r:id="rId8"/>
            </p:custDataLst>
          </p:nvPr>
        </p:nvSpPr>
        <p:spPr>
          <a:xfrm>
            <a:off x="455803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1" name="直接连接符 80"/>
          <p:cNvCxnSpPr/>
          <p:nvPr>
            <p:custDataLst>
              <p:tags r:id="rId9"/>
            </p:custDataLst>
          </p:nvPr>
        </p:nvCxnSpPr>
        <p:spPr>
          <a:xfrm>
            <a:off x="497459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>
            <p:custDataLst>
              <p:tags r:id="rId10"/>
            </p:custDataLst>
          </p:nvPr>
        </p:nvSpPr>
        <p:spPr>
          <a:xfrm>
            <a:off x="4123690" y="2776855"/>
            <a:ext cx="48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L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4" name="矩形 83"/>
          <p:cNvSpPr/>
          <p:nvPr>
            <p:custDataLst>
              <p:tags r:id="rId11"/>
            </p:custDataLst>
          </p:nvPr>
        </p:nvSpPr>
        <p:spPr>
          <a:xfrm>
            <a:off x="564515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>
            <p:custDataLst>
              <p:tags r:id="rId12"/>
            </p:custDataLst>
          </p:nvPr>
        </p:nvCxnSpPr>
        <p:spPr>
          <a:xfrm>
            <a:off x="606171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矩形 85"/>
          <p:cNvSpPr/>
          <p:nvPr>
            <p:custDataLst>
              <p:tags r:id="rId13"/>
            </p:custDataLst>
          </p:nvPr>
        </p:nvSpPr>
        <p:spPr>
          <a:xfrm>
            <a:off x="673227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>
            <p:custDataLst>
              <p:tags r:id="rId14"/>
            </p:custDataLst>
          </p:nvPr>
        </p:nvCxnSpPr>
        <p:spPr>
          <a:xfrm>
            <a:off x="714883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矩形 87"/>
          <p:cNvSpPr/>
          <p:nvPr>
            <p:custDataLst>
              <p:tags r:id="rId15"/>
            </p:custDataLst>
          </p:nvPr>
        </p:nvSpPr>
        <p:spPr>
          <a:xfrm>
            <a:off x="781939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9" name="直接连接符 88"/>
          <p:cNvCxnSpPr/>
          <p:nvPr>
            <p:custDataLst>
              <p:tags r:id="rId16"/>
            </p:custDataLst>
          </p:nvPr>
        </p:nvCxnSpPr>
        <p:spPr>
          <a:xfrm>
            <a:off x="823595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矩形 89"/>
          <p:cNvSpPr/>
          <p:nvPr>
            <p:custDataLst>
              <p:tags r:id="rId17"/>
            </p:custDataLst>
          </p:nvPr>
        </p:nvSpPr>
        <p:spPr>
          <a:xfrm>
            <a:off x="890651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>
            <p:custDataLst>
              <p:tags r:id="rId18"/>
            </p:custDataLst>
          </p:nvPr>
        </p:nvCxnSpPr>
        <p:spPr>
          <a:xfrm>
            <a:off x="932307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>
            <p:custDataLst>
              <p:tags r:id="rId19"/>
            </p:custDataLst>
          </p:nvPr>
        </p:nvCxnSpPr>
        <p:spPr>
          <a:xfrm flipV="1">
            <a:off x="9605645" y="2987675"/>
            <a:ext cx="381000" cy="1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矩形 92"/>
          <p:cNvSpPr/>
          <p:nvPr>
            <p:custDataLst>
              <p:tags r:id="rId20"/>
            </p:custDataLst>
          </p:nvPr>
        </p:nvSpPr>
        <p:spPr>
          <a:xfrm>
            <a:off x="9993630" y="2776855"/>
            <a:ext cx="883285" cy="41084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连接符 93"/>
          <p:cNvCxnSpPr/>
          <p:nvPr>
            <p:custDataLst>
              <p:tags r:id="rId21"/>
            </p:custDataLst>
          </p:nvPr>
        </p:nvCxnSpPr>
        <p:spPr>
          <a:xfrm>
            <a:off x="10410190" y="2782570"/>
            <a:ext cx="0" cy="416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>
            <p:custDataLst>
              <p:tags r:id="rId22"/>
            </p:custDataLst>
          </p:nvPr>
        </p:nvSpPr>
        <p:spPr>
          <a:xfrm>
            <a:off x="5716270" y="28194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6" name="文本框 95"/>
          <p:cNvSpPr txBox="1"/>
          <p:nvPr>
            <p:custDataLst>
              <p:tags r:id="rId23"/>
            </p:custDataLst>
          </p:nvPr>
        </p:nvSpPr>
        <p:spPr>
          <a:xfrm>
            <a:off x="6831330" y="282003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97" name="文本框 96"/>
          <p:cNvSpPr txBox="1"/>
          <p:nvPr>
            <p:custDataLst>
              <p:tags r:id="rId24"/>
            </p:custDataLst>
          </p:nvPr>
        </p:nvSpPr>
        <p:spPr>
          <a:xfrm>
            <a:off x="7890510" y="28194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98" name="文本框 97"/>
          <p:cNvSpPr txBox="1"/>
          <p:nvPr>
            <p:custDataLst>
              <p:tags r:id="rId25"/>
            </p:custDataLst>
          </p:nvPr>
        </p:nvSpPr>
        <p:spPr>
          <a:xfrm>
            <a:off x="8995410" y="281940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99" name="文本框 98"/>
          <p:cNvSpPr txBox="1"/>
          <p:nvPr>
            <p:custDataLst>
              <p:tags r:id="rId26"/>
            </p:custDataLst>
          </p:nvPr>
        </p:nvSpPr>
        <p:spPr>
          <a:xfrm>
            <a:off x="10100310" y="2783205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0" name="文本框 99"/>
          <p:cNvSpPr txBox="1"/>
          <p:nvPr>
            <p:custDataLst>
              <p:tags r:id="rId27"/>
            </p:custDataLst>
          </p:nvPr>
        </p:nvSpPr>
        <p:spPr>
          <a:xfrm>
            <a:off x="8235950" y="1969135"/>
            <a:ext cx="668655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first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101" name="直接箭头连接符 100"/>
          <p:cNvCxnSpPr/>
          <p:nvPr>
            <p:custDataLst>
              <p:tags r:id="rId28"/>
            </p:custDataLst>
          </p:nvPr>
        </p:nvCxnSpPr>
        <p:spPr>
          <a:xfrm flipV="1">
            <a:off x="5594350" y="3342005"/>
            <a:ext cx="342900" cy="2609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>
            <p:custDataLst>
              <p:tags r:id="rId29"/>
            </p:custDataLst>
          </p:nvPr>
        </p:nvSpPr>
        <p:spPr>
          <a:xfrm>
            <a:off x="4916805" y="3502025"/>
            <a:ext cx="913130" cy="341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s,</a:t>
            </a:r>
            <a:r>
              <a:rPr lang="en-US" altLang="zh-CN">
                <a:solidFill>
                  <a:srgbClr val="FF0000"/>
                </a:solidFill>
              </a:rPr>
              <a:t>head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03" name="直接箭头连接符 102"/>
          <p:cNvCxnSpPr/>
          <p:nvPr>
            <p:custDataLst>
              <p:tags r:id="rId30"/>
            </p:custDataLst>
          </p:nvPr>
        </p:nvCxnSpPr>
        <p:spPr>
          <a:xfrm flipH="1">
            <a:off x="8311515" y="236156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>
            <p:custDataLst>
              <p:tags r:id="rId31"/>
            </p:custDataLst>
          </p:nvPr>
        </p:nvCxnSpPr>
        <p:spPr>
          <a:xfrm>
            <a:off x="7406640" y="3077210"/>
            <a:ext cx="2540" cy="384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肘形连接符 104"/>
          <p:cNvCxnSpPr>
            <a:endCxn id="84" idx="2"/>
          </p:cNvCxnSpPr>
          <p:nvPr>
            <p:custDataLst>
              <p:tags r:id="rId32"/>
            </p:custDataLst>
          </p:nvPr>
        </p:nvCxnSpPr>
        <p:spPr>
          <a:xfrm rot="10800000">
            <a:off x="6086475" y="3187065"/>
            <a:ext cx="1320165" cy="2762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>
            <p:custDataLst>
              <p:tags r:id="rId33"/>
            </p:custDataLst>
          </p:nvPr>
        </p:nvCxnSpPr>
        <p:spPr>
          <a:xfrm flipH="1">
            <a:off x="9237980" y="2395855"/>
            <a:ext cx="207010" cy="295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>
            <p:custDataLst>
              <p:tags r:id="rId34"/>
            </p:custDataLst>
          </p:nvPr>
        </p:nvSpPr>
        <p:spPr>
          <a:xfrm>
            <a:off x="9157335" y="1969135"/>
            <a:ext cx="1624965" cy="342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second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, third</a:t>
            </a:r>
            <a:endParaRPr lang="en-US" altLang="zh-CN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108" name="直接连接符 107"/>
          <p:cNvCxnSpPr/>
          <p:nvPr>
            <p:custDataLst>
              <p:tags r:id="rId35"/>
            </p:custDataLst>
          </p:nvPr>
        </p:nvCxnSpPr>
        <p:spPr>
          <a:xfrm>
            <a:off x="8465820" y="3051175"/>
            <a:ext cx="0" cy="450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肘形连接符 108"/>
          <p:cNvCxnSpPr>
            <a:endCxn id="86" idx="2"/>
          </p:cNvCxnSpPr>
          <p:nvPr>
            <p:custDataLst>
              <p:tags r:id="rId36"/>
            </p:custDataLst>
          </p:nvPr>
        </p:nvCxnSpPr>
        <p:spPr>
          <a:xfrm rot="10800000">
            <a:off x="7174230" y="3187065"/>
            <a:ext cx="1291590" cy="31432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>
            <p:custDataLst>
              <p:tags r:id="rId37"/>
            </p:custDataLst>
          </p:nvPr>
        </p:nvCxnSpPr>
        <p:spPr>
          <a:xfrm flipH="1" flipV="1">
            <a:off x="5268595" y="2437765"/>
            <a:ext cx="8255" cy="4908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肘形连接符 110"/>
          <p:cNvCxnSpPr/>
          <p:nvPr>
            <p:custDataLst>
              <p:tags r:id="rId38"/>
            </p:custDataLst>
          </p:nvPr>
        </p:nvCxnSpPr>
        <p:spPr>
          <a:xfrm>
            <a:off x="5285105" y="2437765"/>
            <a:ext cx="2976245" cy="3390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>
            <p:custDataLst>
              <p:tags r:id="rId39"/>
            </p:custDataLst>
          </p:nvPr>
        </p:nvCxnSpPr>
        <p:spPr>
          <a:xfrm>
            <a:off x="6360795" y="3087370"/>
            <a:ext cx="16510" cy="6267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endCxn id="90" idx="2"/>
          </p:cNvCxnSpPr>
          <p:nvPr>
            <p:custDataLst>
              <p:tags r:id="rId40"/>
            </p:custDataLst>
          </p:nvPr>
        </p:nvCxnSpPr>
        <p:spPr>
          <a:xfrm flipV="1">
            <a:off x="6360795" y="3187700"/>
            <a:ext cx="2987675" cy="50927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>
            <p:custDataLst>
              <p:tags r:id="rId41"/>
            </p:custDataLst>
          </p:nvPr>
        </p:nvSpPr>
        <p:spPr>
          <a:xfrm>
            <a:off x="10515600" y="2805430"/>
            <a:ext cx="266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^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85825" y="398780"/>
            <a:ext cx="10498455" cy="1212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2.请利用堆栈求中缀表达式值。先编写程序将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中缀表达式转换为后缀表达式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，再结合教材中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求后缀表达式程序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，求解中缀表达式的值。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3610" y="1743075"/>
            <a:ext cx="351282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0000"/>
                </a:solidFill>
              </a:rPr>
              <a:t>中缀表达式：</a:t>
            </a:r>
            <a:r>
              <a:rPr lang="en-US" altLang="zh-CN" sz="2000">
                <a:solidFill>
                  <a:schemeClr val="tx1"/>
                </a:solidFill>
              </a:rPr>
              <a:t>5+6/2-3*4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43610" y="2335530"/>
            <a:ext cx="351282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FF0000"/>
                </a:solidFill>
              </a:rPr>
              <a:t>后缀表达式：</a:t>
            </a:r>
            <a:r>
              <a:rPr lang="en-US" altLang="zh-CN" sz="2000">
                <a:solidFill>
                  <a:schemeClr val="tx1"/>
                </a:solidFill>
              </a:rPr>
              <a:t>5 6 2 / + 3 4 * -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53610" y="2335530"/>
            <a:ext cx="3970020" cy="545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运算符号位于两个运算数之后</a:t>
            </a:r>
            <a:endParaRPr lang="zh-CN" altLang="en-US" sz="2000" b="1"/>
          </a:p>
        </p:txBody>
      </p:sp>
      <p:sp>
        <p:nvSpPr>
          <p:cNvPr id="5" name="文本框 4"/>
          <p:cNvSpPr txBox="1"/>
          <p:nvPr/>
        </p:nvSpPr>
        <p:spPr>
          <a:xfrm>
            <a:off x="943610" y="3605530"/>
            <a:ext cx="4563110" cy="619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00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43610" y="4224655"/>
            <a:ext cx="4563110" cy="619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accent1"/>
                </a:solidFill>
              </a:rPr>
              <a:t>2. </a:t>
            </a:r>
            <a:r>
              <a:rPr lang="zh-CN" altLang="en-US" sz="2000">
                <a:solidFill>
                  <a:schemeClr val="accent1"/>
                </a:solidFill>
              </a:rPr>
              <a:t>利用栈计算</a:t>
            </a:r>
            <a:r>
              <a:rPr lang="en-US" altLang="zh-CN" sz="2000">
                <a:solidFill>
                  <a:schemeClr val="accent1"/>
                </a:solidFill>
              </a:rPr>
              <a:t>后缀表达式</a:t>
            </a:r>
            <a:endParaRPr lang="en-US" altLang="zh-CN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</a:t>
            </a:r>
            <a:r>
              <a:rPr lang="zh-CN" altLang="en-US" sz="2000">
                <a:solidFill>
                  <a:schemeClr val="tx1"/>
                </a:solidFill>
              </a:rPr>
              <a:t>*(9+6/3-5)+4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①遍历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中缀表达式</a:t>
            </a:r>
            <a:endParaRPr lang="zh-CN" altLang="en-US" sz="2000">
              <a:highlight>
                <a:srgbClr val="FFFF00"/>
              </a:highlight>
            </a:endParaRPr>
          </a:p>
          <a:p>
            <a:r>
              <a:rPr lang="zh-CN" altLang="en-US" sz="2000">
                <a:highlight>
                  <a:srgbClr val="FFFF00"/>
                </a:highlight>
              </a:rPr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右箭头 16"/>
          <p:cNvSpPr/>
          <p:nvPr>
            <p:custDataLst>
              <p:tags r:id="rId5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</a:t>
            </a:r>
            <a:r>
              <a:rPr lang="zh-CN" altLang="en-US" sz="2000">
                <a:solidFill>
                  <a:schemeClr val="tx1"/>
                </a:solidFill>
              </a:rPr>
              <a:t>(9+6/3-5)+4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6" name="右箭头 15"/>
          <p:cNvSpPr/>
          <p:nvPr>
            <p:custDataLst>
              <p:tags r:id="rId6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遇到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“*”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“/”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</a:t>
            </a:r>
            <a:r>
              <a:rPr lang="zh-CN" altLang="en-US" sz="2000">
                <a:solidFill>
                  <a:schemeClr val="tx1"/>
                </a:solidFill>
              </a:rPr>
              <a:t>9+6/3-5)+4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，压入栈中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右箭头 16"/>
          <p:cNvSpPr/>
          <p:nvPr>
            <p:custDataLst>
              <p:tags r:id="rId9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</a:t>
            </a:r>
            <a:r>
              <a:rPr lang="zh-CN" altLang="en-US" sz="2000">
                <a:solidFill>
                  <a:schemeClr val="tx1"/>
                </a:solidFill>
              </a:rPr>
              <a:t>+6/3-5)+4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右箭头 16"/>
          <p:cNvSpPr/>
          <p:nvPr>
            <p:custDataLst>
              <p:tags r:id="rId10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</a:t>
            </a:r>
            <a:r>
              <a:rPr lang="zh-CN" altLang="en-US" sz="2000">
                <a:solidFill>
                  <a:schemeClr val="tx1"/>
                </a:solidFill>
              </a:rPr>
              <a:t>6/3-5)+4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0331450" y="3622675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遇到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“+”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“-”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右箭头 19"/>
          <p:cNvSpPr/>
          <p:nvPr>
            <p:custDataLst>
              <p:tags r:id="rId11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</a:t>
            </a:r>
            <a:r>
              <a:rPr lang="zh-CN" altLang="en-US" sz="2000">
                <a:solidFill>
                  <a:schemeClr val="tx1"/>
                </a:solidFill>
              </a:rPr>
              <a:t>/3-5)+4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0394315" y="360553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93853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右箭头 19"/>
          <p:cNvSpPr/>
          <p:nvPr>
            <p:custDataLst>
              <p:tags r:id="rId12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</a:t>
            </a:r>
            <a:r>
              <a:rPr lang="zh-CN" altLang="en-US" sz="2000">
                <a:solidFill>
                  <a:schemeClr val="tx1"/>
                </a:solidFill>
              </a:rPr>
              <a:t>3-5)+4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941895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10394315" y="363093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10394315" y="319024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遇到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“*”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“/”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右箭头 21"/>
          <p:cNvSpPr/>
          <p:nvPr>
            <p:custDataLst>
              <p:tags r:id="rId13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2*(9+6/3</a:t>
            </a:r>
            <a:r>
              <a:rPr lang="zh-CN" altLang="en-US" sz="2000">
                <a:solidFill>
                  <a:schemeClr val="tx1"/>
                </a:solidFill>
              </a:rPr>
              <a:t>-5)+4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94107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982154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0394315" y="363093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10394315" y="319024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右箭头 23"/>
          <p:cNvSpPr/>
          <p:nvPr>
            <p:custDataLst>
              <p:tags r:id="rId14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2*(9+6/3-</a:t>
            </a:r>
            <a:r>
              <a:rPr lang="zh-CN" altLang="en-US" sz="2000">
                <a:solidFill>
                  <a:schemeClr val="tx1"/>
                </a:solidFill>
              </a:rPr>
              <a:t>5)+4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94107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980757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1039431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015746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10361930" y="3545840"/>
            <a:ext cx="40957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-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遇到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“+”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“-”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右箭头 30"/>
          <p:cNvSpPr/>
          <p:nvPr>
            <p:custDataLst>
              <p:tags r:id="rId15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</a:rPr>
              <a:t>2.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</a:rPr>
              <a:t>栈顶运算符，弹出栈顶元素并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</a:rPr>
              <a:t>存入</a:t>
            </a:r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2*(9+6/3-5</a:t>
            </a:r>
            <a:r>
              <a:rPr lang="zh-CN" altLang="en-US" sz="2000">
                <a:solidFill>
                  <a:schemeClr val="tx1"/>
                </a:solidFill>
              </a:rPr>
              <a:t>)+4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94107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980757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1039431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1015746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1077150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10394315" y="40716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(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10361930" y="3545840"/>
            <a:ext cx="40957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-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右箭头 34"/>
          <p:cNvSpPr/>
          <p:nvPr>
            <p:custDataLst>
              <p:tags r:id="rId16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17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2*(9+6/3-5)</a:t>
            </a:r>
            <a:r>
              <a:rPr lang="zh-CN" altLang="en-US" sz="2000">
                <a:solidFill>
                  <a:schemeClr val="tx1"/>
                </a:solidFill>
              </a:rPr>
              <a:t>+4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4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7" name="文本框 36"/>
          <p:cNvSpPr txBox="1"/>
          <p:nvPr>
            <p:custDataLst>
              <p:tags r:id="rId5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94107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9" name="文本框 38"/>
          <p:cNvSpPr txBox="1"/>
          <p:nvPr>
            <p:custDataLst>
              <p:tags r:id="rId7"/>
            </p:custDataLst>
          </p:nvPr>
        </p:nvSpPr>
        <p:spPr>
          <a:xfrm>
            <a:off x="980757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8"/>
            </p:custDataLst>
          </p:nvPr>
        </p:nvSpPr>
        <p:spPr>
          <a:xfrm>
            <a:off x="1039431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41" name="文本框 40"/>
          <p:cNvSpPr txBox="1"/>
          <p:nvPr>
            <p:custDataLst>
              <p:tags r:id="rId9"/>
            </p:custDataLst>
          </p:nvPr>
        </p:nvSpPr>
        <p:spPr>
          <a:xfrm>
            <a:off x="1015746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1077150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1"/>
            </p:custDataLst>
          </p:nvPr>
        </p:nvSpPr>
        <p:spPr>
          <a:xfrm>
            <a:off x="11116945" y="6057900"/>
            <a:ext cx="40957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-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2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14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遇到”)”，将栈顶运算符弹出，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并依次存入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    postfix_expr[]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中，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直到遇见 "(" 括号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。（左括号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右箭头 49"/>
          <p:cNvSpPr/>
          <p:nvPr>
            <p:custDataLst>
              <p:tags r:id="rId15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16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2*(9+6/3-5)+</a:t>
            </a:r>
            <a:r>
              <a:rPr lang="zh-CN" altLang="en-US" sz="2000">
                <a:solidFill>
                  <a:schemeClr val="tx1"/>
                </a:solidFill>
              </a:rPr>
              <a:t>4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0394315" y="461391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94107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980757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039431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015746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1077150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137729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11156315" y="61290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-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14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15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/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遇到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“+”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“-”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中缀表达式各对象处理完毕，栈中留存的运算符</a:t>
            </a:r>
            <a:r>
              <a:rPr lang="zh-CN" altLang="en-US" sz="2000">
                <a:sym typeface="+mn-ea"/>
              </a:rPr>
              <a:t>一并存入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37" name="右箭头 36"/>
          <p:cNvSpPr/>
          <p:nvPr>
            <p:custDataLst>
              <p:tags r:id="rId16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7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</a:rPr>
              <a:t>2.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</a:rPr>
              <a:t>栈顶运算符，弹出栈顶元素并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</a:rPr>
              <a:t>存入</a:t>
            </a:r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highlight>
                  <a:srgbClr val="FFFF00"/>
                </a:highlight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1" name="直接连接符 10"/>
          <p:cNvCxnSpPr/>
          <p:nvPr/>
        </p:nvCxnSpPr>
        <p:spPr>
          <a:xfrm>
            <a:off x="101555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0841355" y="1744345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197465" y="5097145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481310" y="5265420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31200" y="56337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0083800" y="727075"/>
            <a:ext cx="1701800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2*(9+6/3-5)+4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4"/>
            </p:custDataLst>
          </p:nvPr>
        </p:nvSpPr>
        <p:spPr>
          <a:xfrm>
            <a:off x="1165923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1" name="文本框 50"/>
          <p:cNvSpPr txBox="1"/>
          <p:nvPr>
            <p:custDataLst>
              <p:tags r:id="rId5"/>
            </p:custDataLst>
          </p:nvPr>
        </p:nvSpPr>
        <p:spPr>
          <a:xfrm>
            <a:off x="85058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6"/>
            </p:custDataLst>
          </p:nvPr>
        </p:nvSpPr>
        <p:spPr>
          <a:xfrm>
            <a:off x="893762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3" name="文本框 52"/>
          <p:cNvSpPr txBox="1"/>
          <p:nvPr>
            <p:custDataLst>
              <p:tags r:id="rId7"/>
            </p:custDataLst>
          </p:nvPr>
        </p:nvSpPr>
        <p:spPr>
          <a:xfrm>
            <a:off x="9410700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4" name="文本框 53"/>
          <p:cNvSpPr txBox="1"/>
          <p:nvPr>
            <p:custDataLst>
              <p:tags r:id="rId8"/>
            </p:custDataLst>
          </p:nvPr>
        </p:nvSpPr>
        <p:spPr>
          <a:xfrm>
            <a:off x="980757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5" name="文本框 54"/>
          <p:cNvSpPr txBox="1"/>
          <p:nvPr>
            <p:custDataLst>
              <p:tags r:id="rId9"/>
            </p:custDataLst>
          </p:nvPr>
        </p:nvSpPr>
        <p:spPr>
          <a:xfrm>
            <a:off x="10394315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6" name="文本框 55"/>
          <p:cNvSpPr txBox="1"/>
          <p:nvPr>
            <p:custDataLst>
              <p:tags r:id="rId10"/>
            </p:custDataLst>
          </p:nvPr>
        </p:nvSpPr>
        <p:spPr>
          <a:xfrm>
            <a:off x="1015746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1"/>
            </p:custDataLst>
          </p:nvPr>
        </p:nvSpPr>
        <p:spPr>
          <a:xfrm>
            <a:off x="10771505" y="61290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2"/>
            </p:custDataLst>
          </p:nvPr>
        </p:nvSpPr>
        <p:spPr>
          <a:xfrm>
            <a:off x="1139317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59" name="文本框 58"/>
          <p:cNvSpPr txBox="1"/>
          <p:nvPr>
            <p:custDataLst>
              <p:tags r:id="rId13"/>
            </p:custDataLst>
          </p:nvPr>
        </p:nvSpPr>
        <p:spPr>
          <a:xfrm>
            <a:off x="11156315" y="61290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-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60" name="文本框 59"/>
          <p:cNvSpPr txBox="1"/>
          <p:nvPr>
            <p:custDataLst>
              <p:tags r:id="rId14"/>
            </p:custDataLst>
          </p:nvPr>
        </p:nvSpPr>
        <p:spPr>
          <a:xfrm>
            <a:off x="502920" y="337185"/>
            <a:ext cx="5112385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1. 将中缀表达式转换成后缀表达式</a:t>
            </a:r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61" name="文本框 60"/>
          <p:cNvSpPr txBox="1"/>
          <p:nvPr>
            <p:custDataLst>
              <p:tags r:id="rId15"/>
            </p:custDataLst>
          </p:nvPr>
        </p:nvSpPr>
        <p:spPr>
          <a:xfrm>
            <a:off x="592455" y="1062355"/>
            <a:ext cx="7914005" cy="5066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中缀表达式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str[]</a:t>
            </a:r>
            <a:endParaRPr lang="en-US" altLang="zh-CN" sz="2000"/>
          </a:p>
          <a:p>
            <a:r>
              <a:rPr lang="zh-CN" altLang="en-US" sz="2000"/>
              <a:t>转换后的后缀表达式</a:t>
            </a:r>
            <a:r>
              <a:rPr lang="en-US" altLang="zh-CN" sz="2000"/>
              <a:t> =&gt; </a:t>
            </a:r>
            <a:r>
              <a:rPr lang="en-US" altLang="zh-CN" sz="2000">
                <a:solidFill>
                  <a:srgbClr val="FF0000"/>
                </a:solidFill>
              </a:rPr>
              <a:t>char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postfix_expr[]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栈</a:t>
            </a:r>
            <a:r>
              <a:rPr lang="en-US" altLang="zh-CN" sz="2000">
                <a:solidFill>
                  <a:srgbClr val="FF0000"/>
                </a:solidFill>
              </a:rPr>
              <a:t>S </a:t>
            </a:r>
            <a:r>
              <a:rPr lang="en-US" altLang="zh-CN" sz="2000">
                <a:solidFill>
                  <a:schemeClr val="tx1"/>
                </a:solidFill>
              </a:rPr>
              <a:t>=&gt;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zh-CN" altLang="en-US" sz="2000"/>
              <a:t>用于辅助</a:t>
            </a:r>
            <a:r>
              <a:rPr lang="zh-CN" altLang="en-US" sz="2000"/>
              <a:t>转换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①遍历</a:t>
            </a:r>
            <a:r>
              <a:rPr lang="zh-CN" altLang="en-US" sz="2000">
                <a:solidFill>
                  <a:srgbClr val="FF0000"/>
                </a:solidFill>
              </a:rPr>
              <a:t>中缀表达式</a:t>
            </a:r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遇到运算数，直接存入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r>
              <a:rPr lang="zh-CN" altLang="en-US" sz="200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②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遇到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“(”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，压入栈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中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“*”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“/”</a:t>
            </a:r>
            <a:r>
              <a:rPr lang="zh-CN" altLang="en-US" sz="2000">
                <a:sym typeface="+mn-ea"/>
              </a:rPr>
              <a:t>运算符，直接入栈</a:t>
            </a:r>
            <a:endParaRPr lang="zh-CN" altLang="en-US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    </a:t>
            </a:r>
            <a:r>
              <a:rPr lang="zh-CN" altLang="en-US" sz="2000">
                <a:sym typeface="+mn-ea"/>
              </a:rPr>
              <a:t>遇到</a:t>
            </a:r>
            <a:r>
              <a:rPr lang="en-US" altLang="zh-CN" sz="2000">
                <a:sym typeface="+mn-ea"/>
              </a:rPr>
              <a:t>“+”</a:t>
            </a:r>
            <a:r>
              <a:rPr lang="zh-CN" altLang="en-US" sz="2000">
                <a:sym typeface="+mn-ea"/>
              </a:rPr>
              <a:t>、</a:t>
            </a:r>
            <a:r>
              <a:rPr lang="en-US" altLang="zh-CN" sz="2000">
                <a:sym typeface="+mn-ea"/>
              </a:rPr>
              <a:t>“-”</a:t>
            </a:r>
            <a:r>
              <a:rPr lang="zh-CN" altLang="en-US" sz="2000">
                <a:sym typeface="+mn-ea"/>
              </a:rPr>
              <a:t>运算符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ym typeface="+mn-ea"/>
              </a:rPr>
              <a:t>    遇到”)”，将栈顶运算符弹出，</a:t>
            </a:r>
            <a:r>
              <a:rPr lang="zh-CN" altLang="en-US" sz="2000">
                <a:sym typeface="+mn-ea"/>
              </a:rPr>
              <a:t>并依次存入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rgbClr val="FF0000"/>
                </a:solidFill>
                <a:sym typeface="+mn-ea"/>
              </a:rPr>
              <a:t>    postfix_expr[]</a:t>
            </a:r>
            <a:r>
              <a:rPr lang="zh-CN" altLang="en-US" sz="2000">
                <a:sym typeface="+mn-ea"/>
              </a:rPr>
              <a:t>中，</a:t>
            </a:r>
            <a:r>
              <a:rPr lang="en-US" altLang="zh-CN" sz="2000">
                <a:sym typeface="+mn-ea"/>
              </a:rPr>
              <a:t>直到遇见 "(" 括号</a:t>
            </a:r>
            <a:r>
              <a:rPr lang="zh-CN" altLang="en-US" sz="2000">
                <a:sym typeface="+mn-ea"/>
              </a:rPr>
              <a:t>。（左括号</a:t>
            </a:r>
            <a:r>
              <a:rPr lang="zh-CN" altLang="en-US" sz="2000">
                <a:sym typeface="+mn-ea"/>
              </a:rPr>
              <a:t>弹出但是不存入）</a:t>
            </a:r>
            <a:endParaRPr lang="zh-CN" altLang="en-US" sz="20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 sz="2000">
                <a:highlight>
                  <a:srgbClr val="FFFF00"/>
                </a:highlight>
                <a:sym typeface="+mn-ea"/>
              </a:rPr>
              <a:t>③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中缀表达式各对象处理完毕，栈中留存的运算符一并存入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postfix_expr[]</a:t>
            </a:r>
            <a:endParaRPr lang="en-US" altLang="zh-CN" sz="2000">
              <a:highlight>
                <a:srgbClr val="FFFF00"/>
              </a:highlight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  <a:p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62" name="右箭头 61"/>
          <p:cNvSpPr/>
          <p:nvPr>
            <p:custDataLst>
              <p:tags r:id="rId16"/>
            </p:custDataLst>
          </p:nvPr>
        </p:nvSpPr>
        <p:spPr>
          <a:xfrm>
            <a:off x="3771900" y="3885565"/>
            <a:ext cx="1007745" cy="2203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17"/>
            </p:custDataLst>
          </p:nvPr>
        </p:nvSpPr>
        <p:spPr>
          <a:xfrm>
            <a:off x="5100320" y="2612390"/>
            <a:ext cx="3406140" cy="1991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1.</a:t>
            </a:r>
            <a:r>
              <a:rPr lang="zh-CN" altLang="en-US">
                <a:solidFill>
                  <a:schemeClr val="accent1"/>
                </a:solidFill>
              </a:rPr>
              <a:t>栈为空，直接入栈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2.</a:t>
            </a:r>
            <a:r>
              <a:rPr lang="zh-CN" altLang="en-US">
                <a:solidFill>
                  <a:schemeClr val="accent1"/>
                </a:solidFill>
              </a:rPr>
              <a:t>栈不为空，若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运算符的优先级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&lt;=</a:t>
            </a:r>
            <a:r>
              <a:rPr lang="zh-CN" altLang="en-US">
                <a:solidFill>
                  <a:schemeClr val="accent1"/>
                </a:solidFill>
              </a:rPr>
              <a:t>栈顶运算符，弹出栈顶元素</a:t>
            </a:r>
            <a:r>
              <a:rPr lang="zh-CN" altLang="en-US">
                <a:solidFill>
                  <a:schemeClr val="accent1"/>
                </a:solidFill>
              </a:rPr>
              <a:t>并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postfix_expr[]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zh-CN" altLang="en-US">
                <a:solidFill>
                  <a:schemeClr val="accent1"/>
                </a:solidFill>
                <a:sym typeface="+mn-ea"/>
              </a:rPr>
              <a:t>循环，直到栈空或遇到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”(”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。</a:t>
            </a:r>
            <a:endParaRPr lang="zh-CN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将运算符压入栈中</a:t>
            </a:r>
            <a:endParaRPr lang="zh-CN" altLang="en-US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18"/>
            </p:custDataLst>
          </p:nvPr>
        </p:nvSpPr>
        <p:spPr>
          <a:xfrm>
            <a:off x="11814810" y="61290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accent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accent1"/>
              </a:solidFill>
            </a:endParaRPr>
          </a:p>
          <a:p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highlight>
                  <a:srgbClr val="FFFF00"/>
                </a:highlight>
              </a:rPr>
              <a:t>①如果是操作数，直接入栈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②如果是操作符</a:t>
            </a:r>
            <a:r>
              <a:rPr lang="zh-CN" altLang="en-US" sz="2000" b="1">
                <a:solidFill>
                  <a:srgbClr val="FF0000"/>
                </a:solidFill>
              </a:rPr>
              <a:t>op</a:t>
            </a:r>
            <a:r>
              <a:rPr lang="zh-CN" altLang="en-US" sz="2000"/>
              <a:t>，连续出栈两次</a:t>
            </a:r>
            <a:endParaRPr lang="zh-CN" altLang="en-US" sz="2000"/>
          </a:p>
          <a:p>
            <a:r>
              <a:rPr lang="zh-CN" altLang="en-US" sz="2000"/>
              <a:t>得到操作数</a:t>
            </a:r>
            <a:r>
              <a:rPr lang="en-US" altLang="zh-CN" sz="2000">
                <a:solidFill>
                  <a:srgbClr val="FF0000"/>
                </a:solidFill>
              </a:rPr>
              <a:t>operand1</a:t>
            </a:r>
            <a:r>
              <a:rPr lang="zh-CN" altLang="en-US" sz="2000"/>
              <a:t>和 </a:t>
            </a:r>
            <a:r>
              <a:rPr lang="en-US" altLang="zh-CN" sz="2000">
                <a:solidFill>
                  <a:srgbClr val="FF0000"/>
                </a:solidFill>
              </a:rPr>
              <a:t>opearnd2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③计算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 b="1">
                <a:solidFill>
                  <a:srgbClr val="FF0000"/>
                </a:solidFill>
              </a:rPr>
              <a:t>op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opearnd1</a:t>
            </a:r>
            <a:r>
              <a:rPr lang="zh-CN" altLang="en-US" sz="2000"/>
              <a:t>，并将结果入栈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/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-</a:t>
            </a:r>
            <a:endParaRPr lang="en-US" altLang="zh-CN" b="1">
              <a:solidFill>
                <a:schemeClr val="accent1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8278495" y="403987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8237220" y="354965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19"/>
            </p:custDataLst>
          </p:nvPr>
        </p:nvSpPr>
        <p:spPr>
          <a:xfrm>
            <a:off x="8263255" y="305943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3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2237740" cy="488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accent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accent1"/>
              </a:solidFill>
            </a:endParaRPr>
          </a:p>
          <a:p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①如果是操作数，直接入栈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②如果是操作符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highlight>
                  <a:srgbClr val="FFFF00"/>
                </a:highlight>
              </a:rPr>
              <a:t>，连续出栈两次</a:t>
            </a:r>
            <a:endParaRPr lang="zh-CN" altLang="en-US" sz="2000">
              <a:highlight>
                <a:srgbClr val="FFFF00"/>
              </a:highlight>
            </a:endParaRPr>
          </a:p>
          <a:p>
            <a:r>
              <a:rPr lang="zh-CN" altLang="en-US" sz="2000">
                <a:highlight>
                  <a:srgbClr val="FFFF00"/>
                </a:highlight>
              </a:rPr>
              <a:t>得到操作数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operand1</a:t>
            </a:r>
            <a:r>
              <a:rPr lang="zh-CN" altLang="en-US" sz="2000">
                <a:highlight>
                  <a:srgbClr val="FFFF00"/>
                </a:highlight>
              </a:rPr>
              <a:t>和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opearnd2</a:t>
            </a:r>
            <a:endParaRPr lang="en-US" altLang="zh-CN" sz="2000">
              <a:highlight>
                <a:srgbClr val="FFFF00"/>
              </a:highlight>
            </a:endParaRPr>
          </a:p>
          <a:p>
            <a:endParaRPr lang="en-US" altLang="zh-CN" sz="2000"/>
          </a:p>
          <a:p>
            <a:r>
              <a:rPr lang="zh-CN" altLang="en-US" sz="2000">
                <a:highlight>
                  <a:srgbClr val="FFFF00"/>
                </a:highlight>
              </a:rPr>
              <a:t>③计算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opearnd1</a:t>
            </a:r>
            <a:r>
              <a:rPr lang="zh-CN" altLang="en-US" sz="2000">
                <a:highlight>
                  <a:srgbClr val="FFFF00"/>
                </a:highlight>
              </a:rPr>
              <a:t>，并将结果入栈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-</a:t>
            </a:r>
            <a:endParaRPr lang="en-US" altLang="zh-CN" b="1">
              <a:solidFill>
                <a:schemeClr val="accent1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8278495" y="403987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9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8237220" y="354965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2237740" cy="488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rgbClr val="FF0000"/>
                </a:solidFill>
              </a:rPr>
              <a:t>6 / 3 = 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accent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accent1"/>
              </a:solidFill>
            </a:endParaRPr>
          </a:p>
          <a:p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①如果是操作数，直接入栈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②如果是操作符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highlight>
                  <a:srgbClr val="FFFF00"/>
                </a:highlight>
              </a:rPr>
              <a:t>，连续出栈两次</a:t>
            </a:r>
            <a:endParaRPr lang="zh-CN" altLang="en-US" sz="2000">
              <a:highlight>
                <a:srgbClr val="FFFF00"/>
              </a:highlight>
            </a:endParaRPr>
          </a:p>
          <a:p>
            <a:r>
              <a:rPr lang="zh-CN" altLang="en-US" sz="2000">
                <a:highlight>
                  <a:srgbClr val="FFFF00"/>
                </a:highlight>
              </a:rPr>
              <a:t>得到操作数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operand1</a:t>
            </a:r>
            <a:r>
              <a:rPr lang="zh-CN" altLang="en-US" sz="2000">
                <a:highlight>
                  <a:srgbClr val="FFFF00"/>
                </a:highlight>
              </a:rPr>
              <a:t>和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opearnd2</a:t>
            </a:r>
            <a:endParaRPr lang="en-US" altLang="zh-CN" sz="2000">
              <a:highlight>
                <a:srgbClr val="FFFF00"/>
              </a:highlight>
            </a:endParaRPr>
          </a:p>
          <a:p>
            <a:endParaRPr lang="en-US" altLang="zh-CN" sz="2000"/>
          </a:p>
          <a:p>
            <a:r>
              <a:rPr lang="zh-CN" altLang="en-US" sz="2000">
                <a:highlight>
                  <a:srgbClr val="FFFF00"/>
                </a:highlight>
              </a:rPr>
              <a:t>③计算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opearnd1</a:t>
            </a:r>
            <a:r>
              <a:rPr lang="zh-CN" altLang="en-US" sz="2000">
                <a:highlight>
                  <a:srgbClr val="FFFF00"/>
                </a:highlight>
              </a:rPr>
              <a:t>，并将结果入栈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-</a:t>
            </a:r>
            <a:endParaRPr lang="en-US" altLang="zh-CN" b="1">
              <a:solidFill>
                <a:schemeClr val="accent1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8278495" y="4039870"/>
            <a:ext cx="468630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11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4307205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chemeClr val="tx1"/>
                </a:solidFill>
              </a:rPr>
              <a:t>6 / 3 = 2</a:t>
            </a:r>
            <a:r>
              <a:rPr lang="en-US" altLang="zh-CN" b="1">
                <a:solidFill>
                  <a:srgbClr val="FF0000"/>
                </a:solidFill>
              </a:rPr>
              <a:t>    9+2 = 11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accent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accent1"/>
              </a:solidFill>
            </a:endParaRPr>
          </a:p>
          <a:p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highlight>
                  <a:srgbClr val="FFFF00"/>
                </a:highlight>
              </a:rPr>
              <a:t>①如果是操作数，直接入栈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②如果是操作符</a:t>
            </a:r>
            <a:r>
              <a:rPr lang="zh-CN" altLang="en-US" sz="2000" b="1">
                <a:solidFill>
                  <a:srgbClr val="FF0000"/>
                </a:solidFill>
              </a:rPr>
              <a:t>op</a:t>
            </a:r>
            <a:r>
              <a:rPr lang="zh-CN" altLang="en-US" sz="2000"/>
              <a:t>，连续出栈两次</a:t>
            </a:r>
            <a:endParaRPr lang="zh-CN" altLang="en-US" sz="2000"/>
          </a:p>
          <a:p>
            <a:r>
              <a:rPr lang="zh-CN" altLang="en-US" sz="2000"/>
              <a:t>得到操作数</a:t>
            </a:r>
            <a:r>
              <a:rPr lang="en-US" altLang="zh-CN" sz="2000">
                <a:solidFill>
                  <a:srgbClr val="FF0000"/>
                </a:solidFill>
              </a:rPr>
              <a:t>operand1</a:t>
            </a:r>
            <a:r>
              <a:rPr lang="zh-CN" altLang="en-US" sz="2000"/>
              <a:t>和 </a:t>
            </a:r>
            <a:r>
              <a:rPr lang="en-US" altLang="zh-CN" sz="2000">
                <a:solidFill>
                  <a:srgbClr val="FF0000"/>
                </a:solidFill>
              </a:rPr>
              <a:t>opearnd2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③计算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 b="1">
                <a:solidFill>
                  <a:srgbClr val="FF0000"/>
                </a:solidFill>
              </a:rPr>
              <a:t>op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opearnd1</a:t>
            </a:r>
            <a:r>
              <a:rPr lang="zh-CN" altLang="en-US" sz="2000"/>
              <a:t>，并将结果入栈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5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-</a:t>
            </a:r>
            <a:endParaRPr lang="en-US" altLang="zh-CN" b="1">
              <a:solidFill>
                <a:schemeClr val="accent1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8278495" y="4039870"/>
            <a:ext cx="468630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11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4307205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chemeClr val="tx1"/>
                </a:solidFill>
              </a:rPr>
              <a:t>6 / 3 = 2</a:t>
            </a:r>
            <a:r>
              <a:rPr lang="en-US" altLang="zh-CN" b="1">
                <a:solidFill>
                  <a:srgbClr val="FF0000"/>
                </a:solidFill>
              </a:rPr>
              <a:t>    </a:t>
            </a:r>
            <a:r>
              <a:rPr lang="en-US" altLang="zh-CN" b="1">
                <a:solidFill>
                  <a:schemeClr val="tx1"/>
                </a:solidFill>
              </a:rPr>
              <a:t>9+2 = 11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8232775" y="3595370"/>
            <a:ext cx="468630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5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accent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accent1"/>
              </a:solidFill>
            </a:endParaRPr>
          </a:p>
          <a:p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①如果是操作数，直接入栈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solidFill>
                  <a:schemeClr val="accent1"/>
                </a:solidFill>
                <a:highlight>
                  <a:srgbClr val="FFFF00"/>
                </a:highlight>
              </a:rPr>
              <a:t>②如果是操作符</a:t>
            </a:r>
            <a:r>
              <a:rPr lang="zh-CN" altLang="en-US" sz="2000" b="1">
                <a:solidFill>
                  <a:schemeClr val="accent1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solidFill>
                  <a:schemeClr val="accent1"/>
                </a:solidFill>
                <a:highlight>
                  <a:srgbClr val="FFFF00"/>
                </a:highlight>
              </a:rPr>
              <a:t>，连续出栈两次</a:t>
            </a:r>
            <a:endParaRPr lang="zh-CN" altLang="en-US" sz="2000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r>
              <a:rPr lang="zh-CN" altLang="en-US" sz="2000">
                <a:solidFill>
                  <a:schemeClr val="accent1"/>
                </a:solidFill>
                <a:highlight>
                  <a:srgbClr val="FFFF00"/>
                </a:highlight>
              </a:rPr>
              <a:t>得到操作数</a:t>
            </a:r>
            <a:r>
              <a:rPr lang="en-US" altLang="zh-CN" sz="2000">
                <a:solidFill>
                  <a:schemeClr val="accent1"/>
                </a:solidFill>
                <a:highlight>
                  <a:srgbClr val="FFFF00"/>
                </a:highlight>
              </a:rPr>
              <a:t>operand1</a:t>
            </a:r>
            <a:r>
              <a:rPr lang="zh-CN" altLang="en-US" sz="2000">
                <a:solidFill>
                  <a:schemeClr val="accent1"/>
                </a:solidFill>
                <a:highlight>
                  <a:srgbClr val="FFFF00"/>
                </a:highlight>
              </a:rPr>
              <a:t>和 </a:t>
            </a:r>
            <a:r>
              <a:rPr lang="en-US" altLang="zh-CN" sz="2000">
                <a:solidFill>
                  <a:schemeClr val="accent1"/>
                </a:solidFill>
                <a:highlight>
                  <a:srgbClr val="FFFF00"/>
                </a:highlight>
              </a:rPr>
              <a:t>opearnd2</a:t>
            </a:r>
            <a:endParaRPr lang="en-US" altLang="zh-CN" sz="2000">
              <a:solidFill>
                <a:schemeClr val="accent1"/>
              </a:solidFill>
              <a:highlight>
                <a:srgbClr val="FFFF00"/>
              </a:highlight>
            </a:endParaRPr>
          </a:p>
          <a:p>
            <a:endParaRPr lang="en-US" altLang="zh-CN" sz="2000"/>
          </a:p>
          <a:p>
            <a:r>
              <a:rPr lang="zh-CN" altLang="en-US" sz="2000">
                <a:highlight>
                  <a:srgbClr val="FFFF00"/>
                </a:highlight>
              </a:rPr>
              <a:t>③计算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opearnd1</a:t>
            </a:r>
            <a:r>
              <a:rPr lang="zh-CN" altLang="en-US" sz="2000">
                <a:highlight>
                  <a:srgbClr val="FFFF00"/>
                </a:highlight>
              </a:rPr>
              <a:t>，并将结果入栈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5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*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-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8278495" y="4039870"/>
            <a:ext cx="468630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4307205" cy="462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chemeClr val="tx1"/>
                </a:solidFill>
              </a:rPr>
              <a:t>6 / 3 = 2</a:t>
            </a:r>
            <a:r>
              <a:rPr lang="en-US" altLang="zh-CN" b="1">
                <a:solidFill>
                  <a:srgbClr val="FF0000"/>
                </a:solidFill>
              </a:rPr>
              <a:t>    </a:t>
            </a:r>
            <a:r>
              <a:rPr lang="en-US" altLang="zh-CN" b="1">
                <a:solidFill>
                  <a:schemeClr val="tx1"/>
                </a:solidFill>
              </a:rPr>
              <a:t>9+2 = 11  </a:t>
            </a:r>
            <a:r>
              <a:rPr lang="en-US" altLang="zh-CN" b="1">
                <a:solidFill>
                  <a:srgbClr val="FF0000"/>
                </a:solidFill>
              </a:rPr>
              <a:t>11-5 = 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accent1"/>
                </a:solidFill>
              </a:rPr>
              <a:t>2. </a:t>
            </a:r>
            <a:r>
              <a:rPr lang="zh-CN" altLang="en-US" sz="2400" b="1">
                <a:solidFill>
                  <a:schemeClr val="accent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accent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accent1"/>
              </a:solidFill>
            </a:endParaRPr>
          </a:p>
          <a:p>
            <a:endParaRPr lang="en-US" altLang="zh-CN" sz="24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①如果是操作数，直接入栈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②如果是操作符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highlight>
                  <a:srgbClr val="FFFF00"/>
                </a:highlight>
              </a:rPr>
              <a:t>，连续出栈两次</a:t>
            </a:r>
            <a:endParaRPr lang="zh-CN" altLang="en-US" sz="2000">
              <a:highlight>
                <a:srgbClr val="FFFF00"/>
              </a:highlight>
            </a:endParaRPr>
          </a:p>
          <a:p>
            <a:r>
              <a:rPr lang="zh-CN" altLang="en-US" sz="2000">
                <a:highlight>
                  <a:srgbClr val="FFFF00"/>
                </a:highlight>
              </a:rPr>
              <a:t>得到操作数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operand1</a:t>
            </a:r>
            <a:r>
              <a:rPr lang="zh-CN" altLang="en-US" sz="2000">
                <a:highlight>
                  <a:srgbClr val="FFFF00"/>
                </a:highlight>
              </a:rPr>
              <a:t>和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opearnd2</a:t>
            </a:r>
            <a:endParaRPr lang="en-US" altLang="zh-CN" sz="2000">
              <a:highlight>
                <a:srgbClr val="FFFF00"/>
              </a:highlight>
            </a:endParaRPr>
          </a:p>
          <a:p>
            <a:endParaRPr lang="en-US" altLang="zh-CN" sz="2000"/>
          </a:p>
          <a:p>
            <a:r>
              <a:rPr lang="zh-CN" altLang="en-US" sz="2000">
                <a:highlight>
                  <a:srgbClr val="FFFF00"/>
                </a:highlight>
              </a:rPr>
              <a:t>③计算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opearnd1</a:t>
            </a:r>
            <a:r>
              <a:rPr lang="zh-CN" altLang="en-US" sz="2000">
                <a:highlight>
                  <a:srgbClr val="FFFF00"/>
                </a:highlight>
              </a:rPr>
              <a:t>，并将结果入栈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5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*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-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46863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12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5093970" cy="709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chemeClr val="tx1"/>
                </a:solidFill>
              </a:rPr>
              <a:t>6 / 3 = 2</a:t>
            </a:r>
            <a:r>
              <a:rPr lang="en-US" altLang="zh-CN" b="1">
                <a:solidFill>
                  <a:srgbClr val="FF0000"/>
                </a:solidFill>
              </a:rPr>
              <a:t>    </a:t>
            </a:r>
            <a:r>
              <a:rPr lang="en-US" altLang="zh-CN" b="1">
                <a:solidFill>
                  <a:schemeClr val="tx1"/>
                </a:solidFill>
              </a:rPr>
              <a:t>9+2 = 11  11-5 = 6  </a:t>
            </a:r>
            <a:r>
              <a:rPr lang="en-US" altLang="zh-CN" b="1">
                <a:solidFill>
                  <a:srgbClr val="FF0000"/>
                </a:solidFill>
              </a:rPr>
              <a:t>2*6 = 12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</a:rPr>
              <a:t>2. 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tx1"/>
              </a:solidFill>
            </a:endParaRPr>
          </a:p>
          <a:p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highlight>
                  <a:srgbClr val="FFFF00"/>
                </a:highlight>
              </a:rPr>
              <a:t>①如果是操作数，直接入栈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/>
              <a:t>②如果是操作符</a:t>
            </a:r>
            <a:r>
              <a:rPr lang="zh-CN" altLang="en-US" sz="2000" b="1">
                <a:solidFill>
                  <a:srgbClr val="FF0000"/>
                </a:solidFill>
              </a:rPr>
              <a:t>op</a:t>
            </a:r>
            <a:r>
              <a:rPr lang="zh-CN" altLang="en-US" sz="2000"/>
              <a:t>，连续出栈两次</a:t>
            </a:r>
            <a:endParaRPr lang="zh-CN" altLang="en-US" sz="2000"/>
          </a:p>
          <a:p>
            <a:r>
              <a:rPr lang="zh-CN" altLang="en-US" sz="2000"/>
              <a:t>得到操作数</a:t>
            </a:r>
            <a:r>
              <a:rPr lang="en-US" altLang="zh-CN" sz="2000">
                <a:solidFill>
                  <a:srgbClr val="FF0000"/>
                </a:solidFill>
              </a:rPr>
              <a:t>operand1</a:t>
            </a:r>
            <a:r>
              <a:rPr lang="zh-CN" altLang="en-US" sz="2000"/>
              <a:t>和 </a:t>
            </a:r>
            <a:r>
              <a:rPr lang="en-US" altLang="zh-CN" sz="2000">
                <a:solidFill>
                  <a:srgbClr val="FF0000"/>
                </a:solidFill>
              </a:rPr>
              <a:t>opearnd2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③计算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 b="1">
                <a:solidFill>
                  <a:srgbClr val="FF0000"/>
                </a:solidFill>
              </a:rPr>
              <a:t>op</a:t>
            </a:r>
            <a:r>
              <a:rPr lang="zh-CN" altLang="en-US" sz="2000">
                <a:solidFill>
                  <a:srgbClr val="FF0000"/>
                </a:solidFill>
              </a:rPr>
              <a:t> 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opearnd1</a:t>
            </a:r>
            <a:r>
              <a:rPr lang="zh-CN" altLang="en-US" sz="2000"/>
              <a:t>，并将结果入栈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④最后留在</a:t>
            </a:r>
            <a:r>
              <a:rPr lang="zh-CN" altLang="en-US" sz="2000" b="1"/>
              <a:t>栈顶的元素</a:t>
            </a:r>
            <a:r>
              <a:rPr lang="zh-CN" altLang="en-US" sz="2000"/>
              <a:t>为最终的结果</a:t>
            </a:r>
            <a:endParaRPr lang="zh-CN" altLang="en-US" sz="200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4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5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*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-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46863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12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5093970" cy="709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chemeClr val="tx1"/>
                </a:solidFill>
              </a:rPr>
              <a:t>6 / 3 = 2</a:t>
            </a:r>
            <a:r>
              <a:rPr lang="en-US" altLang="zh-CN" b="1">
                <a:solidFill>
                  <a:srgbClr val="FF0000"/>
                </a:solidFill>
              </a:rPr>
              <a:t>    </a:t>
            </a:r>
            <a:r>
              <a:rPr lang="en-US" altLang="zh-CN" b="1">
                <a:solidFill>
                  <a:schemeClr val="tx1"/>
                </a:solidFill>
              </a:rPr>
              <a:t>9+2 = 11  11-5 = 6  2*6 = 12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+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18"/>
            </p:custDataLst>
          </p:nvPr>
        </p:nvSpPr>
        <p:spPr>
          <a:xfrm>
            <a:off x="8278495" y="4140200"/>
            <a:ext cx="46863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4</a:t>
            </a:r>
            <a:endParaRPr lang="en-US" altLang="zh-CN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02920" y="337185"/>
            <a:ext cx="3581400" cy="49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chemeClr val="tx1"/>
                </a:solidFill>
              </a:rPr>
              <a:t>2. </a:t>
            </a:r>
            <a:r>
              <a:rPr lang="zh-CN" altLang="en-US" sz="2400" b="1">
                <a:solidFill>
                  <a:schemeClr val="tx1"/>
                </a:solidFill>
                <a:sym typeface="+mn-ea"/>
              </a:rPr>
              <a:t>利用栈求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后缀表达式</a:t>
            </a:r>
            <a:endParaRPr lang="en-US" altLang="zh-CN" sz="2400" b="1">
              <a:solidFill>
                <a:schemeClr val="tx1"/>
              </a:solidFill>
            </a:endParaRPr>
          </a:p>
          <a:p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2455" y="1257300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①如果是操作数，直接入栈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②如果是操作符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highlight>
                  <a:srgbClr val="FFFF00"/>
                </a:highlight>
              </a:rPr>
              <a:t>，连续出栈两次</a:t>
            </a:r>
            <a:endParaRPr lang="zh-CN" altLang="en-US" sz="2000">
              <a:highlight>
                <a:srgbClr val="FFFF00"/>
              </a:highlight>
            </a:endParaRPr>
          </a:p>
          <a:p>
            <a:r>
              <a:rPr lang="zh-CN" altLang="en-US" sz="2000">
                <a:highlight>
                  <a:srgbClr val="FFFF00"/>
                </a:highlight>
              </a:rPr>
              <a:t>得到操作数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operand1</a:t>
            </a:r>
            <a:r>
              <a:rPr lang="zh-CN" altLang="en-US" sz="2000">
                <a:highlight>
                  <a:srgbClr val="FFFF00"/>
                </a:highlight>
              </a:rPr>
              <a:t>和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opearnd2</a:t>
            </a:r>
            <a:endParaRPr lang="en-US" altLang="zh-CN" sz="2000">
              <a:highlight>
                <a:srgbClr val="FFFF00"/>
              </a:highlight>
            </a:endParaRPr>
          </a:p>
          <a:p>
            <a:endParaRPr lang="en-US" altLang="zh-CN" sz="2000"/>
          </a:p>
          <a:p>
            <a:r>
              <a:rPr lang="zh-CN" altLang="en-US" sz="2000">
                <a:highlight>
                  <a:srgbClr val="FFFF00"/>
                </a:highlight>
              </a:rPr>
              <a:t>③计算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operand2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highlight>
                  <a:srgbClr val="FFFF00"/>
                </a:highlight>
              </a:rPr>
              <a:t>op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opearnd1</a:t>
            </a:r>
            <a:r>
              <a:rPr lang="zh-CN" altLang="en-US" sz="2000">
                <a:highlight>
                  <a:srgbClr val="FFFF00"/>
                </a:highlight>
              </a:rPr>
              <a:t>，并将结果入栈</a:t>
            </a:r>
            <a:endParaRPr lang="zh-CN" altLang="en-US" sz="2000">
              <a:highlight>
                <a:srgbClr val="FFFF00"/>
              </a:highlight>
            </a:endParaRP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④最后留在</a:t>
            </a:r>
            <a:r>
              <a:rPr lang="zh-CN" altLang="en-US" sz="2000" b="1">
                <a:highlight>
                  <a:srgbClr val="FFFF00"/>
                </a:highlight>
              </a:rPr>
              <a:t>栈顶的元素</a:t>
            </a:r>
            <a:r>
              <a:rPr lang="zh-CN" altLang="en-US" sz="2000">
                <a:highlight>
                  <a:srgbClr val="FFFF00"/>
                </a:highlight>
              </a:rPr>
              <a:t>为最终的结果</a:t>
            </a:r>
            <a:endParaRPr lang="zh-CN" altLang="en-US" sz="2000"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584950" y="236220"/>
            <a:ext cx="1693545" cy="424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postfix_expr[]</a:t>
            </a:r>
            <a:endParaRPr lang="en-US" altLang="zh-CN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91298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4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67595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19137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9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664450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6132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86480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841121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9025255" y="731520"/>
            <a:ext cx="38481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5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9646920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*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9410065" y="731520"/>
            <a:ext cx="301625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-</a:t>
            </a:r>
            <a:endParaRPr lang="en-US" altLang="zh-CN" b="1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>
            <p:custDataLst>
              <p:tags r:id="rId12"/>
            </p:custDataLst>
          </p:nvPr>
        </p:nvCxnSpPr>
        <p:spPr>
          <a:xfrm>
            <a:off x="80613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3"/>
            </p:custDataLst>
          </p:nvPr>
        </p:nvCxnSpPr>
        <p:spPr>
          <a:xfrm>
            <a:off x="8747125" y="1727200"/>
            <a:ext cx="50800" cy="336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4"/>
            </p:custDataLst>
          </p:nvPr>
        </p:nvCxnSpPr>
        <p:spPr>
          <a:xfrm>
            <a:off x="8103235" y="5080000"/>
            <a:ext cx="694690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387080" y="5248275"/>
            <a:ext cx="20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A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8278495" y="4530090"/>
            <a:ext cx="46863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1"/>
                </a:solidFill>
              </a:rPr>
              <a:t>16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59550" y="5873750"/>
            <a:ext cx="5093970" cy="709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计算过程：</a:t>
            </a:r>
            <a:r>
              <a:rPr lang="en-US" altLang="zh-CN" b="1">
                <a:solidFill>
                  <a:schemeClr val="tx1"/>
                </a:solidFill>
              </a:rPr>
              <a:t>6 / 3 = 2</a:t>
            </a:r>
            <a:r>
              <a:rPr lang="en-US" altLang="zh-CN" b="1">
                <a:solidFill>
                  <a:srgbClr val="FF0000"/>
                </a:solidFill>
              </a:rPr>
              <a:t>    </a:t>
            </a:r>
            <a:r>
              <a:rPr lang="en-US" altLang="zh-CN" b="1">
                <a:solidFill>
                  <a:schemeClr val="tx1"/>
                </a:solidFill>
              </a:rPr>
              <a:t>9+2 = 11  11-5 = 6  2*6 = 12</a:t>
            </a:r>
            <a:endParaRPr lang="en-US" altLang="zh-CN" b="1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                                                                           12 + 4 =16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10260965" y="731520"/>
            <a:ext cx="37719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+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742950"/>
            <a:ext cx="9370695" cy="276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3.双端队列（deque，即double-ended queue的缩写）是一种具有队列和栈性质的数据结构，即可以（也只能）在线性表的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两端进行插入和删除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。若以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顺序存储方式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双端队列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，请编写例程实现下列操作。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（1）Push（X,D）：将元素X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插入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到双端队列的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头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（2）Pop（D）：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删除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双端队列的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头元素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，并返回；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（3）Inject（X,D）：将元素X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插入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到双端队列的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尾部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（4）Eject（D）：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删除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双端队列的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尾部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元素，并返回。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5290" y="3994150"/>
            <a:ext cx="3749040" cy="2029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rgbClr val="FF0000"/>
                </a:solidFill>
                <a:sym typeface="+mn-ea"/>
              </a:rPr>
              <a:t>typedef struct QNode *Deque;</a:t>
            </a:r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struct QNode {</a:t>
            </a:r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    ElementType *Data;</a:t>
            </a:r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    Position Front, Rear;</a:t>
            </a:r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    int MAXSIZE;</a:t>
            </a:r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};</a:t>
            </a:r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2895" y="4572000"/>
            <a:ext cx="5043170" cy="6343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368550" y="4572000"/>
            <a:ext cx="635" cy="626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3070860" y="4572000"/>
            <a:ext cx="635" cy="626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3773170" y="4580255"/>
            <a:ext cx="635" cy="626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>
            <a:off x="4475480" y="4580255"/>
            <a:ext cx="635" cy="626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>
            <a:off x="5201920" y="4580255"/>
            <a:ext cx="635" cy="626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5880100" y="4580255"/>
            <a:ext cx="635" cy="6261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810385" y="469836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504440" y="469836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3198495" y="469836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3892550" y="470916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4627245" y="470916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5345430" y="470916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835785" y="535876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2504440" y="535876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3261995" y="535876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3906520" y="535876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4575175" y="535876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5332730" y="535876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1962785" y="4147820"/>
            <a:ext cx="16891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157095" y="3859530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front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767840" y="3834765"/>
            <a:ext cx="1169035" cy="313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28" name="直接箭头连接符 27"/>
          <p:cNvCxnSpPr/>
          <p:nvPr>
            <p:custDataLst>
              <p:tags r:id="rId16"/>
            </p:custDataLst>
          </p:nvPr>
        </p:nvCxnSpPr>
        <p:spPr>
          <a:xfrm flipH="1">
            <a:off x="6111240" y="4220210"/>
            <a:ext cx="16891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6305550" y="3931920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rear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/>
        </p:nvSpPr>
        <p:spPr>
          <a:xfrm>
            <a:off x="2215515" y="237680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2681605" y="290957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268160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224980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165544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122364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2151380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2376805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2376805" y="333565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2207260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3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1809115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4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1597660" y="330708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2647315" y="2287905"/>
            <a:ext cx="304165" cy="170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985770" y="1970405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front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12950" y="4358640"/>
            <a:ext cx="1169035" cy="313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28" name="直接箭头连接符 27"/>
          <p:cNvCxnSpPr/>
          <p:nvPr>
            <p:custDataLst>
              <p:tags r:id="rId11"/>
            </p:custDataLst>
          </p:nvPr>
        </p:nvCxnSpPr>
        <p:spPr>
          <a:xfrm flipH="1">
            <a:off x="1655445" y="2183765"/>
            <a:ext cx="11811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1440815" y="1800225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rear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63870" y="1788160"/>
            <a:ext cx="1103630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判空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5563870" y="3469640"/>
            <a:ext cx="1103630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判</a:t>
            </a:r>
            <a:r>
              <a:rPr lang="zh-CN" altLang="en-US" sz="2000" b="1">
                <a:solidFill>
                  <a:srgbClr val="FF0000"/>
                </a:solidFill>
              </a:rPr>
              <a:t>满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563870" y="2474595"/>
            <a:ext cx="2795905" cy="473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Q-&gt;Rear == Q-&gt;Front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</p:txBody>
      </p:sp>
      <p:sp>
        <p:nvSpPr>
          <p:cNvPr id="31" name="文本框 30"/>
          <p:cNvSpPr txBox="1"/>
          <p:nvPr/>
        </p:nvSpPr>
        <p:spPr>
          <a:xfrm>
            <a:off x="5563870" y="4156075"/>
            <a:ext cx="4537075" cy="325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ym typeface="+mn-ea"/>
              </a:rPr>
              <a:t>(Q-&gt;Rear+1)%Q-&gt;MAXSIZE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==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Q-&gt;Front</a:t>
            </a:r>
            <a:endParaRPr lang="zh-CN" altLang="en-US" sz="2000"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1572260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6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170305" y="2370455"/>
            <a:ext cx="1961515" cy="18916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555750" y="2745105"/>
            <a:ext cx="1187450" cy="112331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连接符 34"/>
          <p:cNvCxnSpPr>
            <a:stCxn id="33" idx="0"/>
            <a:endCxn id="34" idx="0"/>
          </p:cNvCxnSpPr>
          <p:nvPr/>
        </p:nvCxnSpPr>
        <p:spPr>
          <a:xfrm flipH="1">
            <a:off x="2149475" y="2370455"/>
            <a:ext cx="1905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33" idx="7"/>
            <a:endCxn id="34" idx="7"/>
          </p:cNvCxnSpPr>
          <p:nvPr/>
        </p:nvCxnSpPr>
        <p:spPr>
          <a:xfrm flipH="1">
            <a:off x="2569210" y="2647315"/>
            <a:ext cx="275590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33" idx="1"/>
            <a:endCxn id="33" idx="1"/>
          </p:cNvCxnSpPr>
          <p:nvPr/>
        </p:nvCxnSpPr>
        <p:spPr>
          <a:xfrm>
            <a:off x="1457325" y="26473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33" idx="1"/>
            <a:endCxn id="34" idx="1"/>
          </p:cNvCxnSpPr>
          <p:nvPr/>
        </p:nvCxnSpPr>
        <p:spPr>
          <a:xfrm>
            <a:off x="1457325" y="2647315"/>
            <a:ext cx="272415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3" idx="2"/>
            <a:endCxn id="34" idx="2"/>
          </p:cNvCxnSpPr>
          <p:nvPr/>
        </p:nvCxnSpPr>
        <p:spPr>
          <a:xfrm flipV="1">
            <a:off x="1170305" y="3307080"/>
            <a:ext cx="38544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3" idx="6"/>
            <a:endCxn id="34" idx="6"/>
          </p:cNvCxnSpPr>
          <p:nvPr/>
        </p:nvCxnSpPr>
        <p:spPr>
          <a:xfrm flipH="1" flipV="1">
            <a:off x="2743200" y="3307080"/>
            <a:ext cx="388620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3" idx="5"/>
            <a:endCxn id="34" idx="5"/>
          </p:cNvCxnSpPr>
          <p:nvPr/>
        </p:nvCxnSpPr>
        <p:spPr>
          <a:xfrm flipH="1" flipV="1">
            <a:off x="2569210" y="3703955"/>
            <a:ext cx="27559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33" idx="4"/>
            <a:endCxn id="34" idx="4"/>
          </p:cNvCxnSpPr>
          <p:nvPr/>
        </p:nvCxnSpPr>
        <p:spPr>
          <a:xfrm flipH="1" flipV="1">
            <a:off x="2149475" y="3868420"/>
            <a:ext cx="1905" cy="393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33" idx="3"/>
            <a:endCxn id="34" idx="3"/>
          </p:cNvCxnSpPr>
          <p:nvPr/>
        </p:nvCxnSpPr>
        <p:spPr>
          <a:xfrm flipV="1">
            <a:off x="1457325" y="3703955"/>
            <a:ext cx="272415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5"/>
            </p:custDataLst>
          </p:nvPr>
        </p:nvSpPr>
        <p:spPr>
          <a:xfrm>
            <a:off x="1809115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9" name="文本框 48"/>
          <p:cNvSpPr txBox="1"/>
          <p:nvPr>
            <p:custDataLst>
              <p:tags r:id="rId16"/>
            </p:custDataLst>
          </p:nvPr>
        </p:nvSpPr>
        <p:spPr>
          <a:xfrm>
            <a:off x="1223645" y="283083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460240" y="832485"/>
            <a:ext cx="230060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 往头部插入数据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30725" y="1882775"/>
            <a:ext cx="6191250" cy="3477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bool Push(Deque Q, ElementType x)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if(</a:t>
            </a:r>
            <a:r>
              <a:rPr lang="zh-CN" altLang="en-US">
                <a:solidFill>
                  <a:srgbClr val="FF0000"/>
                </a:solidFill>
              </a:rPr>
              <a:t>IsFull(Q)</a:t>
            </a:r>
            <a:r>
              <a:rPr lang="zh-CN" altLang="en-US"/>
              <a:t>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printf("队列已满！\n");</a:t>
            </a:r>
            <a:endParaRPr lang="zh-CN" altLang="en-US"/>
          </a:p>
          <a:p>
            <a:r>
              <a:rPr lang="zh-CN" altLang="en-US"/>
              <a:t>        return false;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    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计算要插入的位置（数组下标）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Q-&gt;Front = (Q-&gt;Front-1+Q-&gt;MAXSIZE)%Q-&gt;MAXSIZE;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数据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插入</a:t>
            </a:r>
            <a:r>
              <a:rPr lang="zh-CN" altLang="en-US"/>
              <a:t>   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>
                <a:solidFill>
                  <a:srgbClr val="FF0000"/>
                </a:solidFill>
              </a:rPr>
              <a:t>Q-&gt;Data[Q-&gt;Front] = x;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zh-CN" altLang="en-US"/>
          </a:p>
          <a:p>
            <a:r>
              <a:rPr lang="zh-CN" altLang="en-US"/>
              <a:t>    return true;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2681605" y="290957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268160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224980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0" name="文本框 39"/>
          <p:cNvSpPr txBox="1"/>
          <p:nvPr>
            <p:custDataLst>
              <p:tags r:id="rId4"/>
            </p:custDataLst>
          </p:nvPr>
        </p:nvSpPr>
        <p:spPr>
          <a:xfrm>
            <a:off x="165544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>
            <a:off x="122364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6"/>
            </p:custDataLst>
          </p:nvPr>
        </p:nvSpPr>
        <p:spPr>
          <a:xfrm>
            <a:off x="2151380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2376805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2376805" y="333565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2207260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3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1809115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4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1"/>
            </p:custDataLst>
          </p:nvPr>
        </p:nvSpPr>
        <p:spPr>
          <a:xfrm>
            <a:off x="1597660" y="330708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48" name="直接箭头连接符 47"/>
          <p:cNvCxnSpPr/>
          <p:nvPr>
            <p:custDataLst>
              <p:tags r:id="rId12"/>
            </p:custDataLst>
          </p:nvPr>
        </p:nvCxnSpPr>
        <p:spPr>
          <a:xfrm flipH="1">
            <a:off x="3113405" y="2776855"/>
            <a:ext cx="304165" cy="170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13"/>
            </p:custDataLst>
          </p:nvPr>
        </p:nvSpPr>
        <p:spPr>
          <a:xfrm>
            <a:off x="3495675" y="2421890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front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14"/>
            </p:custDataLst>
          </p:nvPr>
        </p:nvCxnSpPr>
        <p:spPr>
          <a:xfrm flipH="1">
            <a:off x="1655445" y="2183765"/>
            <a:ext cx="11811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>
            <p:custDataLst>
              <p:tags r:id="rId15"/>
            </p:custDataLst>
          </p:nvPr>
        </p:nvSpPr>
        <p:spPr>
          <a:xfrm>
            <a:off x="1440815" y="1800225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rear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1572260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6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3" name="椭圆 52"/>
          <p:cNvSpPr/>
          <p:nvPr>
            <p:custDataLst>
              <p:tags r:id="rId17"/>
            </p:custDataLst>
          </p:nvPr>
        </p:nvSpPr>
        <p:spPr>
          <a:xfrm>
            <a:off x="1170305" y="2370455"/>
            <a:ext cx="1961515" cy="18916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18"/>
            </p:custDataLst>
          </p:nvPr>
        </p:nvSpPr>
        <p:spPr>
          <a:xfrm>
            <a:off x="1555750" y="2745105"/>
            <a:ext cx="1187450" cy="112331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53" idx="0"/>
            <a:endCxn id="54" idx="0"/>
          </p:cNvCxnSpPr>
          <p:nvPr>
            <p:custDataLst>
              <p:tags r:id="rId19"/>
            </p:custDataLst>
          </p:nvPr>
        </p:nvCxnSpPr>
        <p:spPr>
          <a:xfrm flipH="1">
            <a:off x="2149475" y="2370455"/>
            <a:ext cx="1905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3" idx="7"/>
            <a:endCxn id="54" idx="7"/>
          </p:cNvCxnSpPr>
          <p:nvPr>
            <p:custDataLst>
              <p:tags r:id="rId20"/>
            </p:custDataLst>
          </p:nvPr>
        </p:nvCxnSpPr>
        <p:spPr>
          <a:xfrm flipH="1">
            <a:off x="2569210" y="2647315"/>
            <a:ext cx="275590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3" idx="1"/>
            <a:endCxn id="53" idx="1"/>
          </p:cNvCxnSpPr>
          <p:nvPr>
            <p:custDataLst>
              <p:tags r:id="rId21"/>
            </p:custDataLst>
          </p:nvPr>
        </p:nvCxnSpPr>
        <p:spPr>
          <a:xfrm>
            <a:off x="1457325" y="26473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53" idx="1"/>
            <a:endCxn id="54" idx="1"/>
          </p:cNvCxnSpPr>
          <p:nvPr>
            <p:custDataLst>
              <p:tags r:id="rId22"/>
            </p:custDataLst>
          </p:nvPr>
        </p:nvCxnSpPr>
        <p:spPr>
          <a:xfrm>
            <a:off x="1457325" y="2647315"/>
            <a:ext cx="272415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3" idx="2"/>
            <a:endCxn id="54" idx="2"/>
          </p:cNvCxnSpPr>
          <p:nvPr>
            <p:custDataLst>
              <p:tags r:id="rId23"/>
            </p:custDataLst>
          </p:nvPr>
        </p:nvCxnSpPr>
        <p:spPr>
          <a:xfrm flipV="1">
            <a:off x="1170305" y="3307080"/>
            <a:ext cx="38544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3" idx="6"/>
            <a:endCxn id="54" idx="6"/>
          </p:cNvCxnSpPr>
          <p:nvPr>
            <p:custDataLst>
              <p:tags r:id="rId24"/>
            </p:custDataLst>
          </p:nvPr>
        </p:nvCxnSpPr>
        <p:spPr>
          <a:xfrm flipH="1" flipV="1">
            <a:off x="2743200" y="3307080"/>
            <a:ext cx="388620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3" idx="5"/>
            <a:endCxn id="54" idx="5"/>
          </p:cNvCxnSpPr>
          <p:nvPr>
            <p:custDataLst>
              <p:tags r:id="rId25"/>
            </p:custDataLst>
          </p:nvPr>
        </p:nvCxnSpPr>
        <p:spPr>
          <a:xfrm flipH="1" flipV="1">
            <a:off x="2569210" y="3703955"/>
            <a:ext cx="27559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4"/>
            <a:endCxn id="54" idx="4"/>
          </p:cNvCxnSpPr>
          <p:nvPr>
            <p:custDataLst>
              <p:tags r:id="rId26"/>
            </p:custDataLst>
          </p:nvPr>
        </p:nvCxnSpPr>
        <p:spPr>
          <a:xfrm flipH="1" flipV="1">
            <a:off x="2149475" y="3868420"/>
            <a:ext cx="1905" cy="393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53" idx="3"/>
            <a:endCxn id="54" idx="3"/>
          </p:cNvCxnSpPr>
          <p:nvPr>
            <p:custDataLst>
              <p:tags r:id="rId27"/>
            </p:custDataLst>
          </p:nvPr>
        </p:nvCxnSpPr>
        <p:spPr>
          <a:xfrm flipV="1">
            <a:off x="1457325" y="3703955"/>
            <a:ext cx="272415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1809115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1223645" y="283083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529580" y="928370"/>
            <a:ext cx="230060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 往头部删除数据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9580" y="1989455"/>
            <a:ext cx="6203950" cy="3388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ElementType Pop(Deque Q)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if(</a:t>
            </a:r>
            <a:r>
              <a:rPr lang="zh-CN" altLang="en-US">
                <a:solidFill>
                  <a:srgbClr val="FF0000"/>
                </a:solidFill>
              </a:rPr>
              <a:t>IsEmpty(Q)</a:t>
            </a:r>
            <a:r>
              <a:rPr lang="zh-CN" altLang="en-US"/>
              <a:t>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printf("队列空！\n");</a:t>
            </a:r>
            <a:endParaRPr lang="zh-CN" altLang="en-US"/>
          </a:p>
          <a:p>
            <a:r>
              <a:rPr lang="zh-CN" altLang="en-US"/>
              <a:t>        return ERROR;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ElementType data = Q-&gt;Data[Q-&gt;Front];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    Q-&gt;Front=(Q-&gt;Front+1)%Q-&gt;MAXSIZE;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向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后移动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front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指针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    return data;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2681605" y="290957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268160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224980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0" name="文本框 39"/>
          <p:cNvSpPr txBox="1"/>
          <p:nvPr>
            <p:custDataLst>
              <p:tags r:id="rId4"/>
            </p:custDataLst>
          </p:nvPr>
        </p:nvSpPr>
        <p:spPr>
          <a:xfrm>
            <a:off x="165544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>
            <a:off x="122364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6"/>
            </p:custDataLst>
          </p:nvPr>
        </p:nvSpPr>
        <p:spPr>
          <a:xfrm>
            <a:off x="2151380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2376805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2376805" y="333565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2207260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3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1809115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4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1"/>
            </p:custDataLst>
          </p:nvPr>
        </p:nvSpPr>
        <p:spPr>
          <a:xfrm>
            <a:off x="1597660" y="330708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48" name="直接箭头连接符 47"/>
          <p:cNvCxnSpPr/>
          <p:nvPr>
            <p:custDataLst>
              <p:tags r:id="rId12"/>
            </p:custDataLst>
          </p:nvPr>
        </p:nvCxnSpPr>
        <p:spPr>
          <a:xfrm flipH="1">
            <a:off x="3113405" y="2776855"/>
            <a:ext cx="304165" cy="170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13"/>
            </p:custDataLst>
          </p:nvPr>
        </p:nvSpPr>
        <p:spPr>
          <a:xfrm>
            <a:off x="3495675" y="2421890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front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14"/>
            </p:custDataLst>
          </p:nvPr>
        </p:nvCxnSpPr>
        <p:spPr>
          <a:xfrm flipH="1">
            <a:off x="1655445" y="2183765"/>
            <a:ext cx="11811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>
            <p:custDataLst>
              <p:tags r:id="rId15"/>
            </p:custDataLst>
          </p:nvPr>
        </p:nvSpPr>
        <p:spPr>
          <a:xfrm>
            <a:off x="1440815" y="1800225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rear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1572260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6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3" name="椭圆 52"/>
          <p:cNvSpPr/>
          <p:nvPr>
            <p:custDataLst>
              <p:tags r:id="rId17"/>
            </p:custDataLst>
          </p:nvPr>
        </p:nvSpPr>
        <p:spPr>
          <a:xfrm>
            <a:off x="1170305" y="2370455"/>
            <a:ext cx="1961515" cy="18916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18"/>
            </p:custDataLst>
          </p:nvPr>
        </p:nvSpPr>
        <p:spPr>
          <a:xfrm>
            <a:off x="1555750" y="2745105"/>
            <a:ext cx="1187450" cy="112331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53" idx="0"/>
            <a:endCxn id="54" idx="0"/>
          </p:cNvCxnSpPr>
          <p:nvPr>
            <p:custDataLst>
              <p:tags r:id="rId19"/>
            </p:custDataLst>
          </p:nvPr>
        </p:nvCxnSpPr>
        <p:spPr>
          <a:xfrm flipH="1">
            <a:off x="2149475" y="2370455"/>
            <a:ext cx="1905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3" idx="7"/>
            <a:endCxn id="54" idx="7"/>
          </p:cNvCxnSpPr>
          <p:nvPr>
            <p:custDataLst>
              <p:tags r:id="rId20"/>
            </p:custDataLst>
          </p:nvPr>
        </p:nvCxnSpPr>
        <p:spPr>
          <a:xfrm flipH="1">
            <a:off x="2569210" y="2647315"/>
            <a:ext cx="275590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3" idx="1"/>
            <a:endCxn id="53" idx="1"/>
          </p:cNvCxnSpPr>
          <p:nvPr>
            <p:custDataLst>
              <p:tags r:id="rId21"/>
            </p:custDataLst>
          </p:nvPr>
        </p:nvCxnSpPr>
        <p:spPr>
          <a:xfrm>
            <a:off x="1457325" y="26473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53" idx="1"/>
            <a:endCxn id="54" idx="1"/>
          </p:cNvCxnSpPr>
          <p:nvPr>
            <p:custDataLst>
              <p:tags r:id="rId22"/>
            </p:custDataLst>
          </p:nvPr>
        </p:nvCxnSpPr>
        <p:spPr>
          <a:xfrm>
            <a:off x="1457325" y="2647315"/>
            <a:ext cx="272415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3" idx="2"/>
            <a:endCxn id="54" idx="2"/>
          </p:cNvCxnSpPr>
          <p:nvPr>
            <p:custDataLst>
              <p:tags r:id="rId23"/>
            </p:custDataLst>
          </p:nvPr>
        </p:nvCxnSpPr>
        <p:spPr>
          <a:xfrm flipV="1">
            <a:off x="1170305" y="3307080"/>
            <a:ext cx="38544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3" idx="6"/>
            <a:endCxn id="54" idx="6"/>
          </p:cNvCxnSpPr>
          <p:nvPr>
            <p:custDataLst>
              <p:tags r:id="rId24"/>
            </p:custDataLst>
          </p:nvPr>
        </p:nvCxnSpPr>
        <p:spPr>
          <a:xfrm flipH="1" flipV="1">
            <a:off x="2743200" y="3307080"/>
            <a:ext cx="388620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3" idx="5"/>
            <a:endCxn id="54" idx="5"/>
          </p:cNvCxnSpPr>
          <p:nvPr>
            <p:custDataLst>
              <p:tags r:id="rId25"/>
            </p:custDataLst>
          </p:nvPr>
        </p:nvCxnSpPr>
        <p:spPr>
          <a:xfrm flipH="1" flipV="1">
            <a:off x="2569210" y="3703955"/>
            <a:ext cx="27559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4"/>
            <a:endCxn id="54" idx="4"/>
          </p:cNvCxnSpPr>
          <p:nvPr>
            <p:custDataLst>
              <p:tags r:id="rId26"/>
            </p:custDataLst>
          </p:nvPr>
        </p:nvCxnSpPr>
        <p:spPr>
          <a:xfrm flipH="1" flipV="1">
            <a:off x="2149475" y="3868420"/>
            <a:ext cx="1905" cy="393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53" idx="3"/>
            <a:endCxn id="54" idx="3"/>
          </p:cNvCxnSpPr>
          <p:nvPr>
            <p:custDataLst>
              <p:tags r:id="rId27"/>
            </p:custDataLst>
          </p:nvPr>
        </p:nvCxnSpPr>
        <p:spPr>
          <a:xfrm flipV="1">
            <a:off x="1457325" y="3703955"/>
            <a:ext cx="272415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1809115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1223645" y="283083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267325" y="862330"/>
            <a:ext cx="230060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 往尾部插入数据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67325" y="1917700"/>
            <a:ext cx="6294120" cy="3721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bool Inject(Deque Q,ElementType x)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if(</a:t>
            </a:r>
            <a:r>
              <a:rPr lang="zh-CN" altLang="en-US">
                <a:solidFill>
                  <a:srgbClr val="FF0000"/>
                </a:solidFill>
              </a:rPr>
              <a:t>IsFull(Q)</a:t>
            </a:r>
            <a:r>
              <a:rPr lang="zh-CN" altLang="en-US"/>
              <a:t>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printf("队列满！\n");</a:t>
            </a:r>
            <a:endParaRPr lang="zh-CN" altLang="en-US"/>
          </a:p>
          <a:p>
            <a:r>
              <a:rPr lang="zh-CN" altLang="en-US"/>
              <a:t>        return false;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Q-&gt;Data[Q-&gt;Rear] = x;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数据插入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    Q-&gt;Rear = (Q-&gt;Rear+1)%Q-&gt;MAXSIZE;</a:t>
            </a:r>
            <a:r>
              <a:rPr lang="en-US" altLang="zh-CN">
                <a:solidFill>
                  <a:srgbClr val="FF0000"/>
                </a:solidFill>
              </a:rPr>
              <a:t> // </a:t>
            </a:r>
            <a:r>
              <a:rPr lang="zh-CN" altLang="en-US">
                <a:solidFill>
                  <a:srgbClr val="FF0000"/>
                </a:solidFill>
              </a:rPr>
              <a:t>向后移动</a:t>
            </a:r>
            <a:r>
              <a:rPr lang="en-US" altLang="zh-CN">
                <a:solidFill>
                  <a:srgbClr val="FF0000"/>
                </a:solidFill>
              </a:rPr>
              <a:t>rear</a:t>
            </a:r>
            <a:r>
              <a:rPr lang="zh-CN" altLang="en-US">
                <a:solidFill>
                  <a:srgbClr val="FF0000"/>
                </a:solidFill>
              </a:rPr>
              <a:t>指针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    return true;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2681605" y="290957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268160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224980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0" name="文本框 39"/>
          <p:cNvSpPr txBox="1"/>
          <p:nvPr>
            <p:custDataLst>
              <p:tags r:id="rId4"/>
            </p:custDataLst>
          </p:nvPr>
        </p:nvSpPr>
        <p:spPr>
          <a:xfrm>
            <a:off x="165544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>
            <a:off x="122364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6"/>
            </p:custDataLst>
          </p:nvPr>
        </p:nvSpPr>
        <p:spPr>
          <a:xfrm>
            <a:off x="2151380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2376805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2376805" y="333565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2207260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3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1809115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4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1"/>
            </p:custDataLst>
          </p:nvPr>
        </p:nvSpPr>
        <p:spPr>
          <a:xfrm>
            <a:off x="1597660" y="330708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48" name="直接箭头连接符 47"/>
          <p:cNvCxnSpPr/>
          <p:nvPr>
            <p:custDataLst>
              <p:tags r:id="rId12"/>
            </p:custDataLst>
          </p:nvPr>
        </p:nvCxnSpPr>
        <p:spPr>
          <a:xfrm flipH="1">
            <a:off x="3113405" y="2776855"/>
            <a:ext cx="304165" cy="170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13"/>
            </p:custDataLst>
          </p:nvPr>
        </p:nvSpPr>
        <p:spPr>
          <a:xfrm>
            <a:off x="3495675" y="2421890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front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14"/>
            </p:custDataLst>
          </p:nvPr>
        </p:nvCxnSpPr>
        <p:spPr>
          <a:xfrm flipH="1">
            <a:off x="1655445" y="2183765"/>
            <a:ext cx="11811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>
            <p:custDataLst>
              <p:tags r:id="rId15"/>
            </p:custDataLst>
          </p:nvPr>
        </p:nvSpPr>
        <p:spPr>
          <a:xfrm>
            <a:off x="1440815" y="1800225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rear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1572260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6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3" name="椭圆 52"/>
          <p:cNvSpPr/>
          <p:nvPr>
            <p:custDataLst>
              <p:tags r:id="rId17"/>
            </p:custDataLst>
          </p:nvPr>
        </p:nvSpPr>
        <p:spPr>
          <a:xfrm>
            <a:off x="1170305" y="2370455"/>
            <a:ext cx="1961515" cy="18916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18"/>
            </p:custDataLst>
          </p:nvPr>
        </p:nvSpPr>
        <p:spPr>
          <a:xfrm>
            <a:off x="1555750" y="2745105"/>
            <a:ext cx="1187450" cy="112331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53" idx="0"/>
            <a:endCxn id="54" idx="0"/>
          </p:cNvCxnSpPr>
          <p:nvPr>
            <p:custDataLst>
              <p:tags r:id="rId19"/>
            </p:custDataLst>
          </p:nvPr>
        </p:nvCxnSpPr>
        <p:spPr>
          <a:xfrm flipH="1">
            <a:off x="2149475" y="2370455"/>
            <a:ext cx="1905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3" idx="7"/>
            <a:endCxn id="54" idx="7"/>
          </p:cNvCxnSpPr>
          <p:nvPr>
            <p:custDataLst>
              <p:tags r:id="rId20"/>
            </p:custDataLst>
          </p:nvPr>
        </p:nvCxnSpPr>
        <p:spPr>
          <a:xfrm flipH="1">
            <a:off x="2569210" y="2647315"/>
            <a:ext cx="275590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3" idx="1"/>
            <a:endCxn id="53" idx="1"/>
          </p:cNvCxnSpPr>
          <p:nvPr>
            <p:custDataLst>
              <p:tags r:id="rId21"/>
            </p:custDataLst>
          </p:nvPr>
        </p:nvCxnSpPr>
        <p:spPr>
          <a:xfrm>
            <a:off x="1457325" y="26473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53" idx="1"/>
            <a:endCxn id="54" idx="1"/>
          </p:cNvCxnSpPr>
          <p:nvPr>
            <p:custDataLst>
              <p:tags r:id="rId22"/>
            </p:custDataLst>
          </p:nvPr>
        </p:nvCxnSpPr>
        <p:spPr>
          <a:xfrm>
            <a:off x="1457325" y="2647315"/>
            <a:ext cx="272415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3" idx="2"/>
            <a:endCxn id="54" idx="2"/>
          </p:cNvCxnSpPr>
          <p:nvPr>
            <p:custDataLst>
              <p:tags r:id="rId23"/>
            </p:custDataLst>
          </p:nvPr>
        </p:nvCxnSpPr>
        <p:spPr>
          <a:xfrm flipV="1">
            <a:off x="1170305" y="3307080"/>
            <a:ext cx="38544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3" idx="6"/>
            <a:endCxn id="54" idx="6"/>
          </p:cNvCxnSpPr>
          <p:nvPr>
            <p:custDataLst>
              <p:tags r:id="rId24"/>
            </p:custDataLst>
          </p:nvPr>
        </p:nvCxnSpPr>
        <p:spPr>
          <a:xfrm flipH="1" flipV="1">
            <a:off x="2743200" y="3307080"/>
            <a:ext cx="388620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3" idx="5"/>
            <a:endCxn id="54" idx="5"/>
          </p:cNvCxnSpPr>
          <p:nvPr>
            <p:custDataLst>
              <p:tags r:id="rId25"/>
            </p:custDataLst>
          </p:nvPr>
        </p:nvCxnSpPr>
        <p:spPr>
          <a:xfrm flipH="1" flipV="1">
            <a:off x="2569210" y="3703955"/>
            <a:ext cx="27559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4"/>
            <a:endCxn id="54" idx="4"/>
          </p:cNvCxnSpPr>
          <p:nvPr>
            <p:custDataLst>
              <p:tags r:id="rId26"/>
            </p:custDataLst>
          </p:nvPr>
        </p:nvCxnSpPr>
        <p:spPr>
          <a:xfrm flipH="1" flipV="1">
            <a:off x="2149475" y="3868420"/>
            <a:ext cx="1905" cy="393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53" idx="3"/>
            <a:endCxn id="54" idx="3"/>
          </p:cNvCxnSpPr>
          <p:nvPr>
            <p:custDataLst>
              <p:tags r:id="rId27"/>
            </p:custDataLst>
          </p:nvPr>
        </p:nvCxnSpPr>
        <p:spPr>
          <a:xfrm flipV="1">
            <a:off x="1457325" y="3703955"/>
            <a:ext cx="272415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1809115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1223645" y="283083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089525" y="899795"/>
            <a:ext cx="230060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 往尾部删除数据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9525" y="2011680"/>
            <a:ext cx="5528310" cy="3471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ElementType Eject(Deque Q)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if(</a:t>
            </a:r>
            <a:r>
              <a:rPr lang="zh-CN" altLang="en-US">
                <a:solidFill>
                  <a:srgbClr val="FF0000"/>
                </a:solidFill>
              </a:rPr>
              <a:t>IsEmpty(Q)</a:t>
            </a:r>
            <a:r>
              <a:rPr lang="zh-CN" altLang="en-US"/>
              <a:t>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printf("队列空！\n");</a:t>
            </a:r>
            <a:endParaRPr lang="zh-CN" altLang="en-US"/>
          </a:p>
          <a:p>
            <a:r>
              <a:rPr lang="zh-CN" altLang="en-US"/>
              <a:t>        return ERROR;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//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向前移动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rear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指针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Q-&gt;Rear=(Q-&gt;Rear-1+Q-&gt;MAXSIZE)%Q-&gt;MAXSIZE;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    ElementType data=Q-&gt;Data[Q-&gt;Rear];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    return data;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2681605" y="290957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268160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224980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0" name="文本框 39"/>
          <p:cNvSpPr txBox="1"/>
          <p:nvPr>
            <p:custDataLst>
              <p:tags r:id="rId4"/>
            </p:custDataLst>
          </p:nvPr>
        </p:nvSpPr>
        <p:spPr>
          <a:xfrm>
            <a:off x="1655445" y="38055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>
            <a:off x="1223645" y="3437255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6"/>
            </p:custDataLst>
          </p:nvPr>
        </p:nvSpPr>
        <p:spPr>
          <a:xfrm>
            <a:off x="2151380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2376805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2376805" y="333565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9"/>
            </p:custDataLst>
          </p:nvPr>
        </p:nvSpPr>
        <p:spPr>
          <a:xfrm>
            <a:off x="2207260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3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0"/>
            </p:custDataLst>
          </p:nvPr>
        </p:nvSpPr>
        <p:spPr>
          <a:xfrm>
            <a:off x="1809115" y="350012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4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1"/>
            </p:custDataLst>
          </p:nvPr>
        </p:nvSpPr>
        <p:spPr>
          <a:xfrm>
            <a:off x="1597660" y="3307080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48" name="直接箭头连接符 47"/>
          <p:cNvCxnSpPr/>
          <p:nvPr>
            <p:custDataLst>
              <p:tags r:id="rId12"/>
            </p:custDataLst>
          </p:nvPr>
        </p:nvCxnSpPr>
        <p:spPr>
          <a:xfrm flipH="1">
            <a:off x="3113405" y="2776855"/>
            <a:ext cx="304165" cy="170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13"/>
            </p:custDataLst>
          </p:nvPr>
        </p:nvSpPr>
        <p:spPr>
          <a:xfrm>
            <a:off x="3495675" y="2421890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front</a:t>
            </a:r>
            <a:endParaRPr lang="en-US" altLang="zh-CN">
              <a:solidFill>
                <a:schemeClr val="accent1"/>
              </a:solidFill>
            </a:endParaRPr>
          </a:p>
        </p:txBody>
      </p:sp>
      <p:cxnSp>
        <p:nvCxnSpPr>
          <p:cNvPr id="50" name="直接箭头连接符 49"/>
          <p:cNvCxnSpPr/>
          <p:nvPr>
            <p:custDataLst>
              <p:tags r:id="rId14"/>
            </p:custDataLst>
          </p:nvPr>
        </p:nvCxnSpPr>
        <p:spPr>
          <a:xfrm flipH="1">
            <a:off x="1655445" y="2183765"/>
            <a:ext cx="118110" cy="259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>
            <p:custDataLst>
              <p:tags r:id="rId15"/>
            </p:custDataLst>
          </p:nvPr>
        </p:nvSpPr>
        <p:spPr>
          <a:xfrm>
            <a:off x="1440815" y="1800225"/>
            <a:ext cx="65214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</a:rPr>
              <a:t>rear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1572260" y="29483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6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3" name="椭圆 52"/>
          <p:cNvSpPr/>
          <p:nvPr>
            <p:custDataLst>
              <p:tags r:id="rId17"/>
            </p:custDataLst>
          </p:nvPr>
        </p:nvSpPr>
        <p:spPr>
          <a:xfrm>
            <a:off x="1170305" y="2370455"/>
            <a:ext cx="1961515" cy="189166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18"/>
            </p:custDataLst>
          </p:nvPr>
        </p:nvSpPr>
        <p:spPr>
          <a:xfrm>
            <a:off x="1555750" y="2745105"/>
            <a:ext cx="1187450" cy="112331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53" idx="0"/>
            <a:endCxn id="54" idx="0"/>
          </p:cNvCxnSpPr>
          <p:nvPr>
            <p:custDataLst>
              <p:tags r:id="rId19"/>
            </p:custDataLst>
          </p:nvPr>
        </p:nvCxnSpPr>
        <p:spPr>
          <a:xfrm flipH="1">
            <a:off x="2149475" y="2370455"/>
            <a:ext cx="1905" cy="374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3" idx="7"/>
            <a:endCxn id="54" idx="7"/>
          </p:cNvCxnSpPr>
          <p:nvPr>
            <p:custDataLst>
              <p:tags r:id="rId20"/>
            </p:custDataLst>
          </p:nvPr>
        </p:nvCxnSpPr>
        <p:spPr>
          <a:xfrm flipH="1">
            <a:off x="2569210" y="2647315"/>
            <a:ext cx="275590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3" idx="1"/>
            <a:endCxn id="53" idx="1"/>
          </p:cNvCxnSpPr>
          <p:nvPr>
            <p:custDataLst>
              <p:tags r:id="rId21"/>
            </p:custDataLst>
          </p:nvPr>
        </p:nvCxnSpPr>
        <p:spPr>
          <a:xfrm>
            <a:off x="1457325" y="26473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53" idx="1"/>
            <a:endCxn id="54" idx="1"/>
          </p:cNvCxnSpPr>
          <p:nvPr>
            <p:custDataLst>
              <p:tags r:id="rId22"/>
            </p:custDataLst>
          </p:nvPr>
        </p:nvCxnSpPr>
        <p:spPr>
          <a:xfrm>
            <a:off x="1457325" y="2647315"/>
            <a:ext cx="272415" cy="262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3" idx="2"/>
            <a:endCxn id="54" idx="2"/>
          </p:cNvCxnSpPr>
          <p:nvPr>
            <p:custDataLst>
              <p:tags r:id="rId23"/>
            </p:custDataLst>
          </p:nvPr>
        </p:nvCxnSpPr>
        <p:spPr>
          <a:xfrm flipV="1">
            <a:off x="1170305" y="3307080"/>
            <a:ext cx="385445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3" idx="6"/>
            <a:endCxn id="54" idx="6"/>
          </p:cNvCxnSpPr>
          <p:nvPr>
            <p:custDataLst>
              <p:tags r:id="rId24"/>
            </p:custDataLst>
          </p:nvPr>
        </p:nvCxnSpPr>
        <p:spPr>
          <a:xfrm flipH="1" flipV="1">
            <a:off x="2743200" y="3307080"/>
            <a:ext cx="388620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3" idx="5"/>
            <a:endCxn id="54" idx="5"/>
          </p:cNvCxnSpPr>
          <p:nvPr>
            <p:custDataLst>
              <p:tags r:id="rId25"/>
            </p:custDataLst>
          </p:nvPr>
        </p:nvCxnSpPr>
        <p:spPr>
          <a:xfrm flipH="1" flipV="1">
            <a:off x="2569210" y="3703955"/>
            <a:ext cx="275590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4"/>
            <a:endCxn id="54" idx="4"/>
          </p:cNvCxnSpPr>
          <p:nvPr>
            <p:custDataLst>
              <p:tags r:id="rId26"/>
            </p:custDataLst>
          </p:nvPr>
        </p:nvCxnSpPr>
        <p:spPr>
          <a:xfrm flipH="1" flipV="1">
            <a:off x="2149475" y="3868420"/>
            <a:ext cx="1905" cy="393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53" idx="3"/>
            <a:endCxn id="54" idx="3"/>
          </p:cNvCxnSpPr>
          <p:nvPr>
            <p:custDataLst>
              <p:tags r:id="rId27"/>
            </p:custDataLst>
          </p:nvPr>
        </p:nvCxnSpPr>
        <p:spPr>
          <a:xfrm flipV="1">
            <a:off x="1457325" y="3703955"/>
            <a:ext cx="272415" cy="281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28"/>
            </p:custDataLst>
          </p:nvPr>
        </p:nvSpPr>
        <p:spPr>
          <a:xfrm>
            <a:off x="1809115" y="2745105"/>
            <a:ext cx="304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5" name="文本框 64"/>
          <p:cNvSpPr txBox="1"/>
          <p:nvPr>
            <p:custDataLst>
              <p:tags r:id="rId29"/>
            </p:custDataLst>
          </p:nvPr>
        </p:nvSpPr>
        <p:spPr>
          <a:xfrm>
            <a:off x="1223645" y="2830830"/>
            <a:ext cx="431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KSO_WM_BEAUTIFY_FLAG" val="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KSO_WM_BEAUTIFY_FLAG" val=""/>
</p:tagLst>
</file>

<file path=ppt/tags/tag889.xml><?xml version="1.0" encoding="utf-8"?>
<p:tagLst xmlns:p="http://schemas.openxmlformats.org/presentationml/2006/main">
  <p:tag name="KSO_WM_BEAUTIFY_FLAG" val="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KSO_WM_BEAUTIFY_FLAG" val="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KSO_WM_BEAUTIFY_FLAG" val="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KSO_WM_BEAUTIFY_FLAG" val=""/>
</p:tagLst>
</file>

<file path=ppt/tags/tag939.xml><?xml version="1.0" encoding="utf-8"?>
<p:tagLst xmlns:p="http://schemas.openxmlformats.org/presentationml/2006/main">
  <p:tag name="KSO_WM_BEAUTIFY_FLAG" val=""/>
</p:tagLst>
</file>

<file path=ppt/tags/tag940.xml><?xml version="1.0" encoding="utf-8"?>
<p:tagLst xmlns:p="http://schemas.openxmlformats.org/presentationml/2006/main">
  <p:tag name="KSO_WM_BEAUTIFY_FLAG" val=""/>
</p:tagLst>
</file>

<file path=ppt/tags/tag941.xml><?xml version="1.0" encoding="utf-8"?>
<p:tagLst xmlns:p="http://schemas.openxmlformats.org/presentationml/2006/main">
  <p:tag name="KSO_WM_BEAUTIFY_FLAG" val=""/>
</p:tagLst>
</file>

<file path=ppt/tags/tag942.xml><?xml version="1.0" encoding="utf-8"?>
<p:tagLst xmlns:p="http://schemas.openxmlformats.org/presentationml/2006/main">
  <p:tag name="KSO_WM_BEAUTIFY_FLAG" val=""/>
</p:tagLst>
</file>

<file path=ppt/tags/tag943.xml><?xml version="1.0" encoding="utf-8"?>
<p:tagLst xmlns:p="http://schemas.openxmlformats.org/presentationml/2006/main">
  <p:tag name="KSO_WM_BEAUTIFY_FLAG" val=""/>
</p:tagLst>
</file>

<file path=ppt/tags/tag944.xml><?xml version="1.0" encoding="utf-8"?>
<p:tagLst xmlns:p="http://schemas.openxmlformats.org/presentationml/2006/main">
  <p:tag name="KSO_WM_BEAUTIFY_FLAG" val=""/>
</p:tagLst>
</file>

<file path=ppt/tags/tag945.xml><?xml version="1.0" encoding="utf-8"?>
<p:tagLst xmlns:p="http://schemas.openxmlformats.org/presentationml/2006/main">
  <p:tag name="KSO_WM_BEAUTIFY_FLAG" val=""/>
</p:tagLst>
</file>

<file path=ppt/tags/tag946.xml><?xml version="1.0" encoding="utf-8"?>
<p:tagLst xmlns:p="http://schemas.openxmlformats.org/presentationml/2006/main">
  <p:tag name="KSO_WM_BEAUTIFY_FLAG" val=""/>
</p:tagLst>
</file>

<file path=ppt/tags/tag947.xml><?xml version="1.0" encoding="utf-8"?>
<p:tagLst xmlns:p="http://schemas.openxmlformats.org/presentationml/2006/main">
  <p:tag name="KSO_WM_BEAUTIFY_FLAG" val=""/>
</p:tagLst>
</file>

<file path=ppt/tags/tag948.xml><?xml version="1.0" encoding="utf-8"?>
<p:tagLst xmlns:p="http://schemas.openxmlformats.org/presentationml/2006/main">
  <p:tag name="KSO_WM_BEAUTIFY_FLAG" val=""/>
</p:tagLst>
</file>

<file path=ppt/tags/tag949.xml><?xml version="1.0" encoding="utf-8"?>
<p:tagLst xmlns:p="http://schemas.openxmlformats.org/presentationml/2006/main">
  <p:tag name="KSO_WM_BEAUTIFY_FLAG" val=""/>
</p:tagLst>
</file>

<file path=ppt/tags/tag950.xml><?xml version="1.0" encoding="utf-8"?>
<p:tagLst xmlns:p="http://schemas.openxmlformats.org/presentationml/2006/main">
  <p:tag name="KSO_WM_BEAUTIFY_FLAG" val=""/>
</p:tagLst>
</file>

<file path=ppt/tags/tag951.xml><?xml version="1.0" encoding="utf-8"?>
<p:tagLst xmlns:p="http://schemas.openxmlformats.org/presentationml/2006/main">
  <p:tag name="KSO_WM_BEAUTIFY_FLAG" val=""/>
</p:tagLst>
</file>

<file path=ppt/tags/tag952.xml><?xml version="1.0" encoding="utf-8"?>
<p:tagLst xmlns:p="http://schemas.openxmlformats.org/presentationml/2006/main">
  <p:tag name="KSO_WM_BEAUTIFY_FLAG" val=""/>
</p:tagLst>
</file>

<file path=ppt/tags/tag953.xml><?xml version="1.0" encoding="utf-8"?>
<p:tagLst xmlns:p="http://schemas.openxmlformats.org/presentationml/2006/main">
  <p:tag name="KSO_WM_BEAUTIFY_FLAG" val=""/>
</p:tagLst>
</file>

<file path=ppt/tags/tag954.xml><?xml version="1.0" encoding="utf-8"?>
<p:tagLst xmlns:p="http://schemas.openxmlformats.org/presentationml/2006/main">
  <p:tag name="KSO_WM_BEAUTIFY_FLAG" val=""/>
</p:tagLst>
</file>

<file path=ppt/tags/tag955.xml><?xml version="1.0" encoding="utf-8"?>
<p:tagLst xmlns:p="http://schemas.openxmlformats.org/presentationml/2006/main">
  <p:tag name="KSO_WM_BEAUTIFY_FLAG" val=""/>
</p:tagLst>
</file>

<file path=ppt/tags/tag956.xml><?xml version="1.0" encoding="utf-8"?>
<p:tagLst xmlns:p="http://schemas.openxmlformats.org/presentationml/2006/main">
  <p:tag name="KSO_WM_BEAUTIFY_FLAG" val=""/>
</p:tagLst>
</file>

<file path=ppt/tags/tag957.xml><?xml version="1.0" encoding="utf-8"?>
<p:tagLst xmlns:p="http://schemas.openxmlformats.org/presentationml/2006/main">
  <p:tag name="KSO_WM_BEAUTIFY_FLAG" val=""/>
</p:tagLst>
</file>

<file path=ppt/tags/tag958.xml><?xml version="1.0" encoding="utf-8"?>
<p:tagLst xmlns:p="http://schemas.openxmlformats.org/presentationml/2006/main">
  <p:tag name="KSO_WM_BEAUTIFY_FLAG" val=""/>
</p:tagLst>
</file>

<file path=ppt/tags/tag959.xml><?xml version="1.0" encoding="utf-8"?>
<p:tagLst xmlns:p="http://schemas.openxmlformats.org/presentationml/2006/main">
  <p:tag name="KSO_WM_BEAUTIFY_FLAG" val=""/>
</p:tagLst>
</file>

<file path=ppt/tags/tag960.xml><?xml version="1.0" encoding="utf-8"?>
<p:tagLst xmlns:p="http://schemas.openxmlformats.org/presentationml/2006/main">
  <p:tag name="KSO_WM_BEAUTIFY_FLAG" val=""/>
</p:tagLst>
</file>

<file path=ppt/tags/tag961.xml><?xml version="1.0" encoding="utf-8"?>
<p:tagLst xmlns:p="http://schemas.openxmlformats.org/presentationml/2006/main">
  <p:tag name="KSO_WM_BEAUTIFY_FLAG" val=""/>
</p:tagLst>
</file>

<file path=ppt/tags/tag962.xml><?xml version="1.0" encoding="utf-8"?>
<p:tagLst xmlns:p="http://schemas.openxmlformats.org/presentationml/2006/main">
  <p:tag name="KSO_WM_BEAUTIFY_FLAG" val=""/>
</p:tagLst>
</file>

<file path=ppt/tags/tag963.xml><?xml version="1.0" encoding="utf-8"?>
<p:tagLst xmlns:p="http://schemas.openxmlformats.org/presentationml/2006/main">
  <p:tag name="KSO_WM_BEAUTIFY_FLAG" val=""/>
</p:tagLst>
</file>

<file path=ppt/tags/tag964.xml><?xml version="1.0" encoding="utf-8"?>
<p:tagLst xmlns:p="http://schemas.openxmlformats.org/presentationml/2006/main">
  <p:tag name="KSO_WM_BEAUTIFY_FLAG" val=""/>
</p:tagLst>
</file>

<file path=ppt/tags/tag965.xml><?xml version="1.0" encoding="utf-8"?>
<p:tagLst xmlns:p="http://schemas.openxmlformats.org/presentationml/2006/main">
  <p:tag name="KSO_WM_BEAUTIFY_FLAG" val=""/>
</p:tagLst>
</file>

<file path=ppt/tags/tag966.xml><?xml version="1.0" encoding="utf-8"?>
<p:tagLst xmlns:p="http://schemas.openxmlformats.org/presentationml/2006/main">
  <p:tag name="KSO_WM_BEAUTIFY_FLAG" val=""/>
</p:tagLst>
</file>

<file path=ppt/tags/tag967.xml><?xml version="1.0" encoding="utf-8"?>
<p:tagLst xmlns:p="http://schemas.openxmlformats.org/presentationml/2006/main">
  <p:tag name="KSO_WM_BEAUTIFY_FLAG" val=""/>
</p:tagLst>
</file>

<file path=ppt/tags/tag968.xml><?xml version="1.0" encoding="utf-8"?>
<p:tagLst xmlns:p="http://schemas.openxmlformats.org/presentationml/2006/main">
  <p:tag name="KSO_WM_BEAUTIFY_FLAG" val=""/>
</p:tagLst>
</file>

<file path=ppt/tags/tag969.xml><?xml version="1.0" encoding="utf-8"?>
<p:tagLst xmlns:p="http://schemas.openxmlformats.org/presentationml/2006/main">
  <p:tag name="KSO_WM_BEAUTIFY_FLAG" val=""/>
</p:tagLst>
</file>

<file path=ppt/tags/tag970.xml><?xml version="1.0" encoding="utf-8"?>
<p:tagLst xmlns:p="http://schemas.openxmlformats.org/presentationml/2006/main">
  <p:tag name="KSO_WM_BEAUTIFY_FLAG" val=""/>
</p:tagLst>
</file>

<file path=ppt/tags/tag971.xml><?xml version="1.0" encoding="utf-8"?>
<p:tagLst xmlns:p="http://schemas.openxmlformats.org/presentationml/2006/main">
  <p:tag name="KSO_WM_BEAUTIFY_FLAG" val=""/>
</p:tagLst>
</file>

<file path=ppt/tags/tag972.xml><?xml version="1.0" encoding="utf-8"?>
<p:tagLst xmlns:p="http://schemas.openxmlformats.org/presentationml/2006/main">
  <p:tag name="KSO_WM_BEAUTIFY_FLAG" val=""/>
</p:tagLst>
</file>

<file path=ppt/tags/tag973.xml><?xml version="1.0" encoding="utf-8"?>
<p:tagLst xmlns:p="http://schemas.openxmlformats.org/presentationml/2006/main">
  <p:tag name="KSO_WM_BEAUTIFY_FLAG" val=""/>
</p:tagLst>
</file>

<file path=ppt/tags/tag974.xml><?xml version="1.0" encoding="utf-8"?>
<p:tagLst xmlns:p="http://schemas.openxmlformats.org/presentationml/2006/main">
  <p:tag name="KSO_WM_BEAUTIFY_FLAG" val=""/>
</p:tagLst>
</file>

<file path=ppt/tags/tag975.xml><?xml version="1.0" encoding="utf-8"?>
<p:tagLst xmlns:p="http://schemas.openxmlformats.org/presentationml/2006/main">
  <p:tag name="KSO_WM_BEAUTIFY_FLAG" val=""/>
</p:tagLst>
</file>

<file path=ppt/tags/tag976.xml><?xml version="1.0" encoding="utf-8"?>
<p:tagLst xmlns:p="http://schemas.openxmlformats.org/presentationml/2006/main">
  <p:tag name="KSO_WM_BEAUTIFY_FLAG" val=""/>
</p:tagLst>
</file>

<file path=ppt/tags/tag977.xml><?xml version="1.0" encoding="utf-8"?>
<p:tagLst xmlns:p="http://schemas.openxmlformats.org/presentationml/2006/main">
  <p:tag name="KSO_WM_BEAUTIFY_FLAG" val=""/>
</p:tagLst>
</file>

<file path=ppt/tags/tag978.xml><?xml version="1.0" encoding="utf-8"?>
<p:tagLst xmlns:p="http://schemas.openxmlformats.org/presentationml/2006/main">
  <p:tag name="KSO_WM_BEAUTIFY_FLAG" val=""/>
</p:tagLst>
</file>

<file path=ppt/tags/tag979.xml><?xml version="1.0" encoding="utf-8"?>
<p:tagLst xmlns:p="http://schemas.openxmlformats.org/presentationml/2006/main">
  <p:tag name="KSO_WM_BEAUTIFY_FLAG" val=""/>
</p:tagLst>
</file>

<file path=ppt/tags/tag980.xml><?xml version="1.0" encoding="utf-8"?>
<p:tagLst xmlns:p="http://schemas.openxmlformats.org/presentationml/2006/main">
  <p:tag name="KSO_WM_BEAUTIFY_FLAG" val=""/>
</p:tagLst>
</file>

<file path=ppt/tags/tag981.xml><?xml version="1.0" encoding="utf-8"?>
<p:tagLst xmlns:p="http://schemas.openxmlformats.org/presentationml/2006/main">
  <p:tag name="KSO_WM_BEAUTIFY_FLAG" val=""/>
</p:tagLst>
</file>

<file path=ppt/tags/tag982.xml><?xml version="1.0" encoding="utf-8"?>
<p:tagLst xmlns:p="http://schemas.openxmlformats.org/presentationml/2006/main">
  <p:tag name="KSO_WM_BEAUTIFY_FLAG" val=""/>
</p:tagLst>
</file>

<file path=ppt/tags/tag983.xml><?xml version="1.0" encoding="utf-8"?>
<p:tagLst xmlns:p="http://schemas.openxmlformats.org/presentationml/2006/main">
  <p:tag name="KSO_WM_BEAUTIFY_FLAG" val=""/>
</p:tagLst>
</file>

<file path=ppt/tags/tag984.xml><?xml version="1.0" encoding="utf-8"?>
<p:tagLst xmlns:p="http://schemas.openxmlformats.org/presentationml/2006/main">
  <p:tag name="KSO_WM_BEAUTIFY_FLAG" val=""/>
</p:tagLst>
</file>

<file path=ppt/tags/tag985.xml><?xml version="1.0" encoding="utf-8"?>
<p:tagLst xmlns:p="http://schemas.openxmlformats.org/presentationml/2006/main">
  <p:tag name="KSO_WM_BEAUTIFY_FLAG" val=""/>
</p:tagLst>
</file>

<file path=ppt/tags/tag986.xml><?xml version="1.0" encoding="utf-8"?>
<p:tagLst xmlns:p="http://schemas.openxmlformats.org/presentationml/2006/main">
  <p:tag name="KSO_WM_BEAUTIFY_FLAG" val=""/>
</p:tagLst>
</file>

<file path=ppt/tags/tag987.xml><?xml version="1.0" encoding="utf-8"?>
<p:tagLst xmlns:p="http://schemas.openxmlformats.org/presentationml/2006/main">
  <p:tag name="KSO_WM_BEAUTIFY_FLAG" val=""/>
</p:tagLst>
</file>

<file path=ppt/tags/tag988.xml><?xml version="1.0" encoding="utf-8"?>
<p:tagLst xmlns:p="http://schemas.openxmlformats.org/presentationml/2006/main">
  <p:tag name="KSO_WM_BEAUTIFY_FLAG" val=""/>
</p:tagLst>
</file>

<file path=ppt/tags/tag989.xml><?xml version="1.0" encoding="utf-8"?>
<p:tagLst xmlns:p="http://schemas.openxmlformats.org/presentationml/2006/main">
  <p:tag name="KSO_WM_BEAUTIFY_FLAG" val=""/>
</p:tagLst>
</file>

<file path=ppt/tags/tag990.xml><?xml version="1.0" encoding="utf-8"?>
<p:tagLst xmlns:p="http://schemas.openxmlformats.org/presentationml/2006/main">
  <p:tag name="KSO_WM_BEAUTIFY_FLAG" val=""/>
</p:tagLst>
</file>

<file path=ppt/tags/tag991.xml><?xml version="1.0" encoding="utf-8"?>
<p:tagLst xmlns:p="http://schemas.openxmlformats.org/presentationml/2006/main">
  <p:tag name="KSO_WM_BEAUTIFY_FLAG" val=""/>
</p:tagLst>
</file>

<file path=ppt/tags/tag992.xml><?xml version="1.0" encoding="utf-8"?>
<p:tagLst xmlns:p="http://schemas.openxmlformats.org/presentationml/2006/main">
  <p:tag name="KSO_WM_BEAUTIFY_FLAG" val=""/>
</p:tagLst>
</file>

<file path=ppt/tags/tag993.xml><?xml version="1.0" encoding="utf-8"?>
<p:tagLst xmlns:p="http://schemas.openxmlformats.org/presentationml/2006/main">
  <p:tag name="KSO_WM_BEAUTIFY_FLAG" val=""/>
</p:tagLst>
</file>

<file path=ppt/tags/tag994.xml><?xml version="1.0" encoding="utf-8"?>
<p:tagLst xmlns:p="http://schemas.openxmlformats.org/presentationml/2006/main">
  <p:tag name="KSO_WM_BEAUTIFY_FLAG" val=""/>
</p:tagLst>
</file>

<file path=ppt/tags/tag995.xml><?xml version="1.0" encoding="utf-8"?>
<p:tagLst xmlns:p="http://schemas.openxmlformats.org/presentationml/2006/main">
  <p:tag name="KSO_WM_BEAUTIFY_FLAG" val=""/>
</p:tagLst>
</file>

<file path=ppt/tags/tag996.xml><?xml version="1.0" encoding="utf-8"?>
<p:tagLst xmlns:p="http://schemas.openxmlformats.org/presentationml/2006/main">
  <p:tag name="KSO_WM_BEAUTIFY_FLAG" val=""/>
</p:tagLst>
</file>

<file path=ppt/tags/tag997.xml><?xml version="1.0" encoding="utf-8"?>
<p:tagLst xmlns:p="http://schemas.openxmlformats.org/presentationml/2006/main">
  <p:tag name="KSO_WM_BEAUTIFY_FLAG" val=""/>
</p:tagLst>
</file>

<file path=ppt/tags/tag998.xml><?xml version="1.0" encoding="utf-8"?>
<p:tagLst xmlns:p="http://schemas.openxmlformats.org/presentationml/2006/main">
  <p:tag name="KSO_WM_BEAUTIFY_FLAG" val=""/>
</p:tagLst>
</file>

<file path=ppt/tags/tag999.xml><?xml version="1.0" encoding="utf-8"?>
<p:tagLst xmlns:p="http://schemas.openxmlformats.org/presentationml/2006/main">
  <p:tag name="KSO_WM_BEAUTIFY_FLAG" val=""/>
</p:tagLst>
</file>

<file path=ppt/tags/tag1000.xml><?xml version="1.0" encoding="utf-8"?>
<p:tagLst xmlns:p="http://schemas.openxmlformats.org/presentationml/2006/main">
  <p:tag name="KSO_WM_BEAUTIFY_FLAG" val=""/>
</p:tagLst>
</file>

<file path=ppt/tags/tag1001.xml><?xml version="1.0" encoding="utf-8"?>
<p:tagLst xmlns:p="http://schemas.openxmlformats.org/presentationml/2006/main">
  <p:tag name="KSO_WM_BEAUTIFY_FLAG" val=""/>
</p:tagLst>
</file>

<file path=ppt/tags/tag1002.xml><?xml version="1.0" encoding="utf-8"?>
<p:tagLst xmlns:p="http://schemas.openxmlformats.org/presentationml/2006/main">
  <p:tag name="KSO_WM_BEAUTIFY_FLAG" val=""/>
</p:tagLst>
</file>

<file path=ppt/tags/tag1003.xml><?xml version="1.0" encoding="utf-8"?>
<p:tagLst xmlns:p="http://schemas.openxmlformats.org/presentationml/2006/main">
  <p:tag name="KSO_WM_BEAUTIFY_FLAG" val=""/>
</p:tagLst>
</file>

<file path=ppt/tags/tag1004.xml><?xml version="1.0" encoding="utf-8"?>
<p:tagLst xmlns:p="http://schemas.openxmlformats.org/presentationml/2006/main">
  <p:tag name="KSO_WM_BEAUTIFY_FLAG" val=""/>
</p:tagLst>
</file>

<file path=ppt/tags/tag1005.xml><?xml version="1.0" encoding="utf-8"?>
<p:tagLst xmlns:p="http://schemas.openxmlformats.org/presentationml/2006/main">
  <p:tag name="KSO_WM_BEAUTIFY_FLAG" val=""/>
</p:tagLst>
</file>

<file path=ppt/tags/tag1006.xml><?xml version="1.0" encoding="utf-8"?>
<p:tagLst xmlns:p="http://schemas.openxmlformats.org/presentationml/2006/main">
  <p:tag name="KSO_WM_BEAUTIFY_FLAG" val=""/>
</p:tagLst>
</file>

<file path=ppt/tags/tag1007.xml><?xml version="1.0" encoding="utf-8"?>
<p:tagLst xmlns:p="http://schemas.openxmlformats.org/presentationml/2006/main">
  <p:tag name="KSO_WM_BEAUTIFY_FLAG" val=""/>
</p:tagLst>
</file>

<file path=ppt/tags/tag1008.xml><?xml version="1.0" encoding="utf-8"?>
<p:tagLst xmlns:p="http://schemas.openxmlformats.org/presentationml/2006/main">
  <p:tag name="KSO_WM_BEAUTIFY_FLAG" val=""/>
</p:tagLst>
</file>

<file path=ppt/tags/tag1009.xml><?xml version="1.0" encoding="utf-8"?>
<p:tagLst xmlns:p="http://schemas.openxmlformats.org/presentationml/2006/main">
  <p:tag name="KSO_WM_BEAUTIFY_FLAG" val=""/>
</p:tagLst>
</file>

<file path=ppt/tags/tag1010.xml><?xml version="1.0" encoding="utf-8"?>
<p:tagLst xmlns:p="http://schemas.openxmlformats.org/presentationml/2006/main">
  <p:tag name="KSO_WM_BEAUTIFY_FLAG" val=""/>
</p:tagLst>
</file>

<file path=ppt/tags/tag1011.xml><?xml version="1.0" encoding="utf-8"?>
<p:tagLst xmlns:p="http://schemas.openxmlformats.org/presentationml/2006/main">
  <p:tag name="KSO_WM_BEAUTIFY_FLAG" val=""/>
</p:tagLst>
</file>

<file path=ppt/tags/tag1012.xml><?xml version="1.0" encoding="utf-8"?>
<p:tagLst xmlns:p="http://schemas.openxmlformats.org/presentationml/2006/main">
  <p:tag name="KSO_WM_BEAUTIFY_FLAG" val=""/>
</p:tagLst>
</file>

<file path=ppt/tags/tag1013.xml><?xml version="1.0" encoding="utf-8"?>
<p:tagLst xmlns:p="http://schemas.openxmlformats.org/presentationml/2006/main">
  <p:tag name="KSO_WM_BEAUTIFY_FLAG" val=""/>
</p:tagLst>
</file>

<file path=ppt/tags/tag1014.xml><?xml version="1.0" encoding="utf-8"?>
<p:tagLst xmlns:p="http://schemas.openxmlformats.org/presentationml/2006/main">
  <p:tag name="KSO_WM_BEAUTIFY_FLAG" val=""/>
</p:tagLst>
</file>

<file path=ppt/tags/tag1015.xml><?xml version="1.0" encoding="utf-8"?>
<p:tagLst xmlns:p="http://schemas.openxmlformats.org/presentationml/2006/main">
  <p:tag name="KSO_WM_BEAUTIFY_FLAG" val=""/>
</p:tagLst>
</file>

<file path=ppt/tags/tag1016.xml><?xml version="1.0" encoding="utf-8"?>
<p:tagLst xmlns:p="http://schemas.openxmlformats.org/presentationml/2006/main">
  <p:tag name="KSO_WM_BEAUTIFY_FLAG" val=""/>
</p:tagLst>
</file>

<file path=ppt/tags/tag1017.xml><?xml version="1.0" encoding="utf-8"?>
<p:tagLst xmlns:p="http://schemas.openxmlformats.org/presentationml/2006/main">
  <p:tag name="KSO_WM_BEAUTIFY_FLAG" val=""/>
</p:tagLst>
</file>

<file path=ppt/tags/tag1018.xml><?xml version="1.0" encoding="utf-8"?>
<p:tagLst xmlns:p="http://schemas.openxmlformats.org/presentationml/2006/main">
  <p:tag name="KSO_WM_BEAUTIFY_FLAG" val=""/>
</p:tagLst>
</file>

<file path=ppt/tags/tag1019.xml><?xml version="1.0" encoding="utf-8"?>
<p:tagLst xmlns:p="http://schemas.openxmlformats.org/presentationml/2006/main">
  <p:tag name="KSO_WM_BEAUTIFY_FLAG" val=""/>
</p:tagLst>
</file>

<file path=ppt/tags/tag1020.xml><?xml version="1.0" encoding="utf-8"?>
<p:tagLst xmlns:p="http://schemas.openxmlformats.org/presentationml/2006/main">
  <p:tag name="KSO_WM_BEAUTIFY_FLAG" val=""/>
</p:tagLst>
</file>

<file path=ppt/tags/tag1021.xml><?xml version="1.0" encoding="utf-8"?>
<p:tagLst xmlns:p="http://schemas.openxmlformats.org/presentationml/2006/main">
  <p:tag name="KSO_WM_BEAUTIFY_FLAG" val=""/>
</p:tagLst>
</file>

<file path=ppt/tags/tag1022.xml><?xml version="1.0" encoding="utf-8"?>
<p:tagLst xmlns:p="http://schemas.openxmlformats.org/presentationml/2006/main">
  <p:tag name="KSO_WM_BEAUTIFY_FLAG" val=""/>
</p:tagLst>
</file>

<file path=ppt/tags/tag1023.xml><?xml version="1.0" encoding="utf-8"?>
<p:tagLst xmlns:p="http://schemas.openxmlformats.org/presentationml/2006/main">
  <p:tag name="KSO_WM_BEAUTIFY_FLAG" val=""/>
</p:tagLst>
</file>

<file path=ppt/tags/tag1024.xml><?xml version="1.0" encoding="utf-8"?>
<p:tagLst xmlns:p="http://schemas.openxmlformats.org/presentationml/2006/main">
  <p:tag name="KSO_WM_BEAUTIFY_FLAG" val=""/>
</p:tagLst>
</file>

<file path=ppt/tags/tag1025.xml><?xml version="1.0" encoding="utf-8"?>
<p:tagLst xmlns:p="http://schemas.openxmlformats.org/presentationml/2006/main">
  <p:tag name="KSO_WM_BEAUTIFY_FLAG" val=""/>
</p:tagLst>
</file>

<file path=ppt/tags/tag1026.xml><?xml version="1.0" encoding="utf-8"?>
<p:tagLst xmlns:p="http://schemas.openxmlformats.org/presentationml/2006/main">
  <p:tag name="KSO_WM_BEAUTIFY_FLAG" val=""/>
</p:tagLst>
</file>

<file path=ppt/tags/tag1027.xml><?xml version="1.0" encoding="utf-8"?>
<p:tagLst xmlns:p="http://schemas.openxmlformats.org/presentationml/2006/main">
  <p:tag name="KSO_WM_BEAUTIFY_FLAG" val=""/>
</p:tagLst>
</file>

<file path=ppt/tags/tag1028.xml><?xml version="1.0" encoding="utf-8"?>
<p:tagLst xmlns:p="http://schemas.openxmlformats.org/presentationml/2006/main">
  <p:tag name="KSO_WM_BEAUTIFY_FLAG" val=""/>
</p:tagLst>
</file>

<file path=ppt/tags/tag1029.xml><?xml version="1.0" encoding="utf-8"?>
<p:tagLst xmlns:p="http://schemas.openxmlformats.org/presentationml/2006/main">
  <p:tag name="KSO_WM_BEAUTIFY_FLAG" val=""/>
</p:tagLst>
</file>

<file path=ppt/tags/tag1030.xml><?xml version="1.0" encoding="utf-8"?>
<p:tagLst xmlns:p="http://schemas.openxmlformats.org/presentationml/2006/main">
  <p:tag name="KSO_WM_BEAUTIFY_FLAG" val=""/>
</p:tagLst>
</file>

<file path=ppt/tags/tag1031.xml><?xml version="1.0" encoding="utf-8"?>
<p:tagLst xmlns:p="http://schemas.openxmlformats.org/presentationml/2006/main">
  <p:tag name="KSO_WM_BEAUTIFY_FLAG" val=""/>
</p:tagLst>
</file>

<file path=ppt/tags/tag1032.xml><?xml version="1.0" encoding="utf-8"?>
<p:tagLst xmlns:p="http://schemas.openxmlformats.org/presentationml/2006/main">
  <p:tag name="KSO_WM_BEAUTIFY_FLAG" val=""/>
</p:tagLst>
</file>

<file path=ppt/tags/tag1033.xml><?xml version="1.0" encoding="utf-8"?>
<p:tagLst xmlns:p="http://schemas.openxmlformats.org/presentationml/2006/main">
  <p:tag name="KSO_WM_BEAUTIFY_FLAG" val=""/>
</p:tagLst>
</file>

<file path=ppt/tags/tag1034.xml><?xml version="1.0" encoding="utf-8"?>
<p:tagLst xmlns:p="http://schemas.openxmlformats.org/presentationml/2006/main">
  <p:tag name="KSO_WM_BEAUTIFY_FLAG" val=""/>
</p:tagLst>
</file>

<file path=ppt/tags/tag1035.xml><?xml version="1.0" encoding="utf-8"?>
<p:tagLst xmlns:p="http://schemas.openxmlformats.org/presentationml/2006/main">
  <p:tag name="KSO_WM_BEAUTIFY_FLAG" val=""/>
</p:tagLst>
</file>

<file path=ppt/tags/tag1036.xml><?xml version="1.0" encoding="utf-8"?>
<p:tagLst xmlns:p="http://schemas.openxmlformats.org/presentationml/2006/main">
  <p:tag name="KSO_WM_BEAUTIFY_FLAG" val=""/>
</p:tagLst>
</file>

<file path=ppt/tags/tag1037.xml><?xml version="1.0" encoding="utf-8"?>
<p:tagLst xmlns:p="http://schemas.openxmlformats.org/presentationml/2006/main">
  <p:tag name="KSO_WM_BEAUTIFY_FLAG" val=""/>
</p:tagLst>
</file>

<file path=ppt/tags/tag1038.xml><?xml version="1.0" encoding="utf-8"?>
<p:tagLst xmlns:p="http://schemas.openxmlformats.org/presentationml/2006/main">
  <p:tag name="KSO_WM_BEAUTIFY_FLAG" val=""/>
</p:tagLst>
</file>

<file path=ppt/tags/tag1039.xml><?xml version="1.0" encoding="utf-8"?>
<p:tagLst xmlns:p="http://schemas.openxmlformats.org/presentationml/2006/main">
  <p:tag name="KSO_WM_BEAUTIFY_FLAG" val=""/>
</p:tagLst>
</file>

<file path=ppt/tags/tag1040.xml><?xml version="1.0" encoding="utf-8"?>
<p:tagLst xmlns:p="http://schemas.openxmlformats.org/presentationml/2006/main">
  <p:tag name="KSO_WM_BEAUTIFY_FLAG" val=""/>
</p:tagLst>
</file>

<file path=ppt/tags/tag1041.xml><?xml version="1.0" encoding="utf-8"?>
<p:tagLst xmlns:p="http://schemas.openxmlformats.org/presentationml/2006/main">
  <p:tag name="KSO_WM_BEAUTIFY_FLAG" val=""/>
</p:tagLst>
</file>

<file path=ppt/tags/tag1042.xml><?xml version="1.0" encoding="utf-8"?>
<p:tagLst xmlns:p="http://schemas.openxmlformats.org/presentationml/2006/main">
  <p:tag name="KSO_WM_BEAUTIFY_FLAG" val=""/>
</p:tagLst>
</file>

<file path=ppt/tags/tag1043.xml><?xml version="1.0" encoding="utf-8"?>
<p:tagLst xmlns:p="http://schemas.openxmlformats.org/presentationml/2006/main">
  <p:tag name="KSO_WM_BEAUTIFY_FLAG" val=""/>
</p:tagLst>
</file>

<file path=ppt/tags/tag1044.xml><?xml version="1.0" encoding="utf-8"?>
<p:tagLst xmlns:p="http://schemas.openxmlformats.org/presentationml/2006/main">
  <p:tag name="KSO_WM_BEAUTIFY_FLAG" val=""/>
</p:tagLst>
</file>

<file path=ppt/tags/tag1045.xml><?xml version="1.0" encoding="utf-8"?>
<p:tagLst xmlns:p="http://schemas.openxmlformats.org/presentationml/2006/main">
  <p:tag name="KSO_WM_BEAUTIFY_FLAG" val=""/>
</p:tagLst>
</file>

<file path=ppt/tags/tag1046.xml><?xml version="1.0" encoding="utf-8"?>
<p:tagLst xmlns:p="http://schemas.openxmlformats.org/presentationml/2006/main">
  <p:tag name="KSO_WM_BEAUTIFY_FLAG" val=""/>
</p:tagLst>
</file>

<file path=ppt/tags/tag1047.xml><?xml version="1.0" encoding="utf-8"?>
<p:tagLst xmlns:p="http://schemas.openxmlformats.org/presentationml/2006/main">
  <p:tag name="KSO_WM_BEAUTIFY_FLAG" val=""/>
</p:tagLst>
</file>

<file path=ppt/tags/tag1048.xml><?xml version="1.0" encoding="utf-8"?>
<p:tagLst xmlns:p="http://schemas.openxmlformats.org/presentationml/2006/main">
  <p:tag name="KSO_WM_BEAUTIFY_FLAG" val=""/>
</p:tagLst>
</file>

<file path=ppt/tags/tag1049.xml><?xml version="1.0" encoding="utf-8"?>
<p:tagLst xmlns:p="http://schemas.openxmlformats.org/presentationml/2006/main">
  <p:tag name="KSO_WM_BEAUTIFY_FLAG" val=""/>
</p:tagLst>
</file>

<file path=ppt/tags/tag1050.xml><?xml version="1.0" encoding="utf-8"?>
<p:tagLst xmlns:p="http://schemas.openxmlformats.org/presentationml/2006/main">
  <p:tag name="KSO_WM_BEAUTIFY_FLAG" val=""/>
</p:tagLst>
</file>

<file path=ppt/tags/tag1051.xml><?xml version="1.0" encoding="utf-8"?>
<p:tagLst xmlns:p="http://schemas.openxmlformats.org/presentationml/2006/main">
  <p:tag name="KSO_WM_BEAUTIFY_FLAG" val=""/>
</p:tagLst>
</file>

<file path=ppt/tags/tag1052.xml><?xml version="1.0" encoding="utf-8"?>
<p:tagLst xmlns:p="http://schemas.openxmlformats.org/presentationml/2006/main">
  <p:tag name="KSO_WM_BEAUTIFY_FLAG" val=""/>
</p:tagLst>
</file>

<file path=ppt/tags/tag1053.xml><?xml version="1.0" encoding="utf-8"?>
<p:tagLst xmlns:p="http://schemas.openxmlformats.org/presentationml/2006/main">
  <p:tag name="KSO_WM_BEAUTIFY_FLAG" val=""/>
</p:tagLst>
</file>

<file path=ppt/tags/tag1054.xml><?xml version="1.0" encoding="utf-8"?>
<p:tagLst xmlns:p="http://schemas.openxmlformats.org/presentationml/2006/main">
  <p:tag name="KSO_WM_BEAUTIFY_FLAG" val=""/>
</p:tagLst>
</file>

<file path=ppt/tags/tag1055.xml><?xml version="1.0" encoding="utf-8"?>
<p:tagLst xmlns:p="http://schemas.openxmlformats.org/presentationml/2006/main">
  <p:tag name="KSO_WM_BEAUTIFY_FLAG" val=""/>
</p:tagLst>
</file>

<file path=ppt/tags/tag1056.xml><?xml version="1.0" encoding="utf-8"?>
<p:tagLst xmlns:p="http://schemas.openxmlformats.org/presentationml/2006/main">
  <p:tag name="KSO_WM_BEAUTIFY_FLAG" val=""/>
</p:tagLst>
</file>

<file path=ppt/tags/tag1057.xml><?xml version="1.0" encoding="utf-8"?>
<p:tagLst xmlns:p="http://schemas.openxmlformats.org/presentationml/2006/main">
  <p:tag name="KSO_WM_BEAUTIFY_FLAG" val=""/>
</p:tagLst>
</file>

<file path=ppt/tags/tag1058.xml><?xml version="1.0" encoding="utf-8"?>
<p:tagLst xmlns:p="http://schemas.openxmlformats.org/presentationml/2006/main">
  <p:tag name="KSO_WM_BEAUTIFY_FLAG" val=""/>
</p:tagLst>
</file>

<file path=ppt/tags/tag1059.xml><?xml version="1.0" encoding="utf-8"?>
<p:tagLst xmlns:p="http://schemas.openxmlformats.org/presentationml/2006/main">
  <p:tag name="KSO_WM_BEAUTIFY_FLAG" val=""/>
</p:tagLst>
</file>

<file path=ppt/tags/tag1060.xml><?xml version="1.0" encoding="utf-8"?>
<p:tagLst xmlns:p="http://schemas.openxmlformats.org/presentationml/2006/main">
  <p:tag name="KSO_WM_BEAUTIFY_FLAG" val=""/>
</p:tagLst>
</file>

<file path=ppt/tags/tag1061.xml><?xml version="1.0" encoding="utf-8"?>
<p:tagLst xmlns:p="http://schemas.openxmlformats.org/presentationml/2006/main">
  <p:tag name="KSO_WM_BEAUTIFY_FLAG" val=""/>
</p:tagLst>
</file>

<file path=ppt/tags/tag1062.xml><?xml version="1.0" encoding="utf-8"?>
<p:tagLst xmlns:p="http://schemas.openxmlformats.org/presentationml/2006/main">
  <p:tag name="KSO_WM_BEAUTIFY_FLAG" val=""/>
</p:tagLst>
</file>

<file path=ppt/tags/tag1063.xml><?xml version="1.0" encoding="utf-8"?>
<p:tagLst xmlns:p="http://schemas.openxmlformats.org/presentationml/2006/main">
  <p:tag name="KSO_WM_BEAUTIFY_FLAG" val=""/>
</p:tagLst>
</file>

<file path=ppt/tags/tag1064.xml><?xml version="1.0" encoding="utf-8"?>
<p:tagLst xmlns:p="http://schemas.openxmlformats.org/presentationml/2006/main">
  <p:tag name="KSO_WM_BEAUTIFY_FLAG" val=""/>
</p:tagLst>
</file>

<file path=ppt/tags/tag1065.xml><?xml version="1.0" encoding="utf-8"?>
<p:tagLst xmlns:p="http://schemas.openxmlformats.org/presentationml/2006/main">
  <p:tag name="KSO_WM_BEAUTIFY_FLAG" val=""/>
</p:tagLst>
</file>

<file path=ppt/tags/tag1066.xml><?xml version="1.0" encoding="utf-8"?>
<p:tagLst xmlns:p="http://schemas.openxmlformats.org/presentationml/2006/main">
  <p:tag name="KSO_WM_BEAUTIFY_FLAG" val=""/>
</p:tagLst>
</file>

<file path=ppt/tags/tag1067.xml><?xml version="1.0" encoding="utf-8"?>
<p:tagLst xmlns:p="http://schemas.openxmlformats.org/presentationml/2006/main">
  <p:tag name="KSO_WM_BEAUTIFY_FLAG" val=""/>
</p:tagLst>
</file>

<file path=ppt/tags/tag1068.xml><?xml version="1.0" encoding="utf-8"?>
<p:tagLst xmlns:p="http://schemas.openxmlformats.org/presentationml/2006/main">
  <p:tag name="KSO_WM_BEAUTIFY_FLAG" val=""/>
</p:tagLst>
</file>

<file path=ppt/tags/tag1069.xml><?xml version="1.0" encoding="utf-8"?>
<p:tagLst xmlns:p="http://schemas.openxmlformats.org/presentationml/2006/main">
  <p:tag name="KSO_WM_BEAUTIFY_FLAG" val=""/>
</p:tagLst>
</file>

<file path=ppt/tags/tag1070.xml><?xml version="1.0" encoding="utf-8"?>
<p:tagLst xmlns:p="http://schemas.openxmlformats.org/presentationml/2006/main">
  <p:tag name="KSO_WM_BEAUTIFY_FLAG" val=""/>
</p:tagLst>
</file>

<file path=ppt/tags/tag1071.xml><?xml version="1.0" encoding="utf-8"?>
<p:tagLst xmlns:p="http://schemas.openxmlformats.org/presentationml/2006/main">
  <p:tag name="KSO_WM_BEAUTIFY_FLAG" val=""/>
</p:tagLst>
</file>

<file path=ppt/tags/tag1072.xml><?xml version="1.0" encoding="utf-8"?>
<p:tagLst xmlns:p="http://schemas.openxmlformats.org/presentationml/2006/main">
  <p:tag name="KSO_WM_BEAUTIFY_FLAG" val=""/>
</p:tagLst>
</file>

<file path=ppt/tags/tag1073.xml><?xml version="1.0" encoding="utf-8"?>
<p:tagLst xmlns:p="http://schemas.openxmlformats.org/presentationml/2006/main">
  <p:tag name="KSO_WM_BEAUTIFY_FLAG" val=""/>
</p:tagLst>
</file>

<file path=ppt/tags/tag1074.xml><?xml version="1.0" encoding="utf-8"?>
<p:tagLst xmlns:p="http://schemas.openxmlformats.org/presentationml/2006/main">
  <p:tag name="KSO_WM_BEAUTIFY_FLAG" val=""/>
</p:tagLst>
</file>

<file path=ppt/tags/tag1075.xml><?xml version="1.0" encoding="utf-8"?>
<p:tagLst xmlns:p="http://schemas.openxmlformats.org/presentationml/2006/main">
  <p:tag name="KSO_WM_BEAUTIFY_FLAG" val=""/>
</p:tagLst>
</file>

<file path=ppt/tags/tag1076.xml><?xml version="1.0" encoding="utf-8"?>
<p:tagLst xmlns:p="http://schemas.openxmlformats.org/presentationml/2006/main">
  <p:tag name="KSO_WM_BEAUTIFY_FLAG" val=""/>
</p:tagLst>
</file>

<file path=ppt/tags/tag1077.xml><?xml version="1.0" encoding="utf-8"?>
<p:tagLst xmlns:p="http://schemas.openxmlformats.org/presentationml/2006/main">
  <p:tag name="KSO_WM_BEAUTIFY_FLAG" val=""/>
</p:tagLst>
</file>

<file path=ppt/tags/tag1078.xml><?xml version="1.0" encoding="utf-8"?>
<p:tagLst xmlns:p="http://schemas.openxmlformats.org/presentationml/2006/main">
  <p:tag name="KSO_WM_BEAUTIFY_FLAG" val=""/>
</p:tagLst>
</file>

<file path=ppt/tags/tag1079.xml><?xml version="1.0" encoding="utf-8"?>
<p:tagLst xmlns:p="http://schemas.openxmlformats.org/presentationml/2006/main">
  <p:tag name="KSO_WM_BEAUTIFY_FLAG" val=""/>
</p:tagLst>
</file>

<file path=ppt/tags/tag1080.xml><?xml version="1.0" encoding="utf-8"?>
<p:tagLst xmlns:p="http://schemas.openxmlformats.org/presentationml/2006/main">
  <p:tag name="KSO_WM_BEAUTIFY_FLAG" val=""/>
</p:tagLst>
</file>

<file path=ppt/tags/tag1081.xml><?xml version="1.0" encoding="utf-8"?>
<p:tagLst xmlns:p="http://schemas.openxmlformats.org/presentationml/2006/main">
  <p:tag name="KSO_WM_BEAUTIFY_FLAG" val=""/>
</p:tagLst>
</file>

<file path=ppt/tags/tag1082.xml><?xml version="1.0" encoding="utf-8"?>
<p:tagLst xmlns:p="http://schemas.openxmlformats.org/presentationml/2006/main">
  <p:tag name="KSO_WM_BEAUTIFY_FLAG" val=""/>
</p:tagLst>
</file>

<file path=ppt/tags/tag1083.xml><?xml version="1.0" encoding="utf-8"?>
<p:tagLst xmlns:p="http://schemas.openxmlformats.org/presentationml/2006/main">
  <p:tag name="KSO_WM_BEAUTIFY_FLAG" val=""/>
</p:tagLst>
</file>

<file path=ppt/tags/tag1084.xml><?xml version="1.0" encoding="utf-8"?>
<p:tagLst xmlns:p="http://schemas.openxmlformats.org/presentationml/2006/main">
  <p:tag name="KSO_WM_BEAUTIFY_FLAG" val=""/>
</p:tagLst>
</file>

<file path=ppt/tags/tag1085.xml><?xml version="1.0" encoding="utf-8"?>
<p:tagLst xmlns:p="http://schemas.openxmlformats.org/presentationml/2006/main">
  <p:tag name="KSO_WM_BEAUTIFY_FLAG" val=""/>
</p:tagLst>
</file>

<file path=ppt/tags/tag1086.xml><?xml version="1.0" encoding="utf-8"?>
<p:tagLst xmlns:p="http://schemas.openxmlformats.org/presentationml/2006/main">
  <p:tag name="KSO_WM_BEAUTIFY_FLAG" val=""/>
</p:tagLst>
</file>

<file path=ppt/tags/tag1087.xml><?xml version="1.0" encoding="utf-8"?>
<p:tagLst xmlns:p="http://schemas.openxmlformats.org/presentationml/2006/main">
  <p:tag name="KSO_WM_BEAUTIFY_FLAG" val=""/>
</p:tagLst>
</file>

<file path=ppt/tags/tag1088.xml><?xml version="1.0" encoding="utf-8"?>
<p:tagLst xmlns:p="http://schemas.openxmlformats.org/presentationml/2006/main">
  <p:tag name="KSO_WM_BEAUTIFY_FLAG" val=""/>
</p:tagLst>
</file>

<file path=ppt/tags/tag1089.xml><?xml version="1.0" encoding="utf-8"?>
<p:tagLst xmlns:p="http://schemas.openxmlformats.org/presentationml/2006/main">
  <p:tag name="KSO_WM_BEAUTIFY_FLAG" val=""/>
</p:tagLst>
</file>

<file path=ppt/tags/tag1090.xml><?xml version="1.0" encoding="utf-8"?>
<p:tagLst xmlns:p="http://schemas.openxmlformats.org/presentationml/2006/main">
  <p:tag name="KSO_WM_BEAUTIFY_FLAG" val=""/>
</p:tagLst>
</file>

<file path=ppt/tags/tag1091.xml><?xml version="1.0" encoding="utf-8"?>
<p:tagLst xmlns:p="http://schemas.openxmlformats.org/presentationml/2006/main">
  <p:tag name="KSO_WM_BEAUTIFY_FLAG" val=""/>
</p:tagLst>
</file>

<file path=ppt/tags/tag1092.xml><?xml version="1.0" encoding="utf-8"?>
<p:tagLst xmlns:p="http://schemas.openxmlformats.org/presentationml/2006/main">
  <p:tag name="KSO_WM_BEAUTIFY_FLAG" val=""/>
</p:tagLst>
</file>

<file path=ppt/tags/tag1093.xml><?xml version="1.0" encoding="utf-8"?>
<p:tagLst xmlns:p="http://schemas.openxmlformats.org/presentationml/2006/main">
  <p:tag name="KSO_WM_BEAUTIFY_FLAG" val=""/>
</p:tagLst>
</file>

<file path=ppt/tags/tag1094.xml><?xml version="1.0" encoding="utf-8"?>
<p:tagLst xmlns:p="http://schemas.openxmlformats.org/presentationml/2006/main">
  <p:tag name="KSO_WM_BEAUTIFY_FLAG" val=""/>
</p:tagLst>
</file>

<file path=ppt/tags/tag1095.xml><?xml version="1.0" encoding="utf-8"?>
<p:tagLst xmlns:p="http://schemas.openxmlformats.org/presentationml/2006/main">
  <p:tag name="KSO_WM_BEAUTIFY_FLAG" val=""/>
</p:tagLst>
</file>

<file path=ppt/tags/tag1096.xml><?xml version="1.0" encoding="utf-8"?>
<p:tagLst xmlns:p="http://schemas.openxmlformats.org/presentationml/2006/main">
  <p:tag name="KSO_WM_BEAUTIFY_FLAG" val=""/>
</p:tagLst>
</file>

<file path=ppt/tags/tag1097.xml><?xml version="1.0" encoding="utf-8"?>
<p:tagLst xmlns:p="http://schemas.openxmlformats.org/presentationml/2006/main">
  <p:tag name="KSO_WM_BEAUTIFY_FLAG" val=""/>
</p:tagLst>
</file>

<file path=ppt/tags/tag1098.xml><?xml version="1.0" encoding="utf-8"?>
<p:tagLst xmlns:p="http://schemas.openxmlformats.org/presentationml/2006/main">
  <p:tag name="KSO_WM_BEAUTIFY_FLAG" val=""/>
</p:tagLst>
</file>

<file path=ppt/tags/tag1099.xml><?xml version="1.0" encoding="utf-8"?>
<p:tagLst xmlns:p="http://schemas.openxmlformats.org/presentationml/2006/main">
  <p:tag name="KSO_WM_BEAUTIFY_FLAG" val=""/>
</p:tagLst>
</file>

<file path=ppt/tags/tag1100.xml><?xml version="1.0" encoding="utf-8"?>
<p:tagLst xmlns:p="http://schemas.openxmlformats.org/presentationml/2006/main">
  <p:tag name="KSO_WM_BEAUTIFY_FLAG" val=""/>
</p:tagLst>
</file>

<file path=ppt/tags/tag1101.xml><?xml version="1.0" encoding="utf-8"?>
<p:tagLst xmlns:p="http://schemas.openxmlformats.org/presentationml/2006/main">
  <p:tag name="KSO_WM_BEAUTIFY_FLAG" val=""/>
</p:tagLst>
</file>

<file path=ppt/tags/tag1102.xml><?xml version="1.0" encoding="utf-8"?>
<p:tagLst xmlns:p="http://schemas.openxmlformats.org/presentationml/2006/main">
  <p:tag name="KSO_WM_BEAUTIFY_FLAG" val=""/>
</p:tagLst>
</file>

<file path=ppt/tags/tag1103.xml><?xml version="1.0" encoding="utf-8"?>
<p:tagLst xmlns:p="http://schemas.openxmlformats.org/presentationml/2006/main">
  <p:tag name="KSO_WM_BEAUTIFY_FLAG" val=""/>
</p:tagLst>
</file>

<file path=ppt/tags/tag1104.xml><?xml version="1.0" encoding="utf-8"?>
<p:tagLst xmlns:p="http://schemas.openxmlformats.org/presentationml/2006/main">
  <p:tag name="KSO_WM_BEAUTIFY_FLAG" val=""/>
</p:tagLst>
</file>

<file path=ppt/tags/tag1105.xml><?xml version="1.0" encoding="utf-8"?>
<p:tagLst xmlns:p="http://schemas.openxmlformats.org/presentationml/2006/main">
  <p:tag name="KSO_WM_BEAUTIFY_FLAG" val=""/>
</p:tagLst>
</file>

<file path=ppt/tags/tag1106.xml><?xml version="1.0" encoding="utf-8"?>
<p:tagLst xmlns:p="http://schemas.openxmlformats.org/presentationml/2006/main">
  <p:tag name="KSO_WM_BEAUTIFY_FLAG" val=""/>
</p:tagLst>
</file>

<file path=ppt/tags/tag1107.xml><?xml version="1.0" encoding="utf-8"?>
<p:tagLst xmlns:p="http://schemas.openxmlformats.org/presentationml/2006/main">
  <p:tag name="KSO_WM_BEAUTIFY_FLAG" val=""/>
</p:tagLst>
</file>

<file path=ppt/tags/tag1108.xml><?xml version="1.0" encoding="utf-8"?>
<p:tagLst xmlns:p="http://schemas.openxmlformats.org/presentationml/2006/main">
  <p:tag name="KSO_WM_BEAUTIFY_FLAG" val=""/>
</p:tagLst>
</file>

<file path=ppt/tags/tag1109.xml><?xml version="1.0" encoding="utf-8"?>
<p:tagLst xmlns:p="http://schemas.openxmlformats.org/presentationml/2006/main">
  <p:tag name="KSO_WM_BEAUTIFY_FLAG" val=""/>
</p:tagLst>
</file>

<file path=ppt/tags/tag1110.xml><?xml version="1.0" encoding="utf-8"?>
<p:tagLst xmlns:p="http://schemas.openxmlformats.org/presentationml/2006/main">
  <p:tag name="KSO_WM_BEAUTIFY_FLAG" val=""/>
</p:tagLst>
</file>

<file path=ppt/tags/tag1111.xml><?xml version="1.0" encoding="utf-8"?>
<p:tagLst xmlns:p="http://schemas.openxmlformats.org/presentationml/2006/main">
  <p:tag name="KSO_WM_BEAUTIFY_FLAG" val=""/>
</p:tagLst>
</file>

<file path=ppt/tags/tag1112.xml><?xml version="1.0" encoding="utf-8"?>
<p:tagLst xmlns:p="http://schemas.openxmlformats.org/presentationml/2006/main">
  <p:tag name="KSO_WM_BEAUTIFY_FLAG" val=""/>
</p:tagLst>
</file>

<file path=ppt/tags/tag1113.xml><?xml version="1.0" encoding="utf-8"?>
<p:tagLst xmlns:p="http://schemas.openxmlformats.org/presentationml/2006/main">
  <p:tag name="KSO_WM_BEAUTIFY_FLAG" val=""/>
</p:tagLst>
</file>

<file path=ppt/tags/tag1114.xml><?xml version="1.0" encoding="utf-8"?>
<p:tagLst xmlns:p="http://schemas.openxmlformats.org/presentationml/2006/main">
  <p:tag name="KSO_WM_BEAUTIFY_FLAG" val=""/>
</p:tagLst>
</file>

<file path=ppt/tags/tag1115.xml><?xml version="1.0" encoding="utf-8"?>
<p:tagLst xmlns:p="http://schemas.openxmlformats.org/presentationml/2006/main">
  <p:tag name="KSO_WM_BEAUTIFY_FLAG" val=""/>
</p:tagLst>
</file>

<file path=ppt/tags/tag1116.xml><?xml version="1.0" encoding="utf-8"?>
<p:tagLst xmlns:p="http://schemas.openxmlformats.org/presentationml/2006/main">
  <p:tag name="KSO_WM_BEAUTIFY_FLAG" val=""/>
</p:tagLst>
</file>

<file path=ppt/tags/tag1117.xml><?xml version="1.0" encoding="utf-8"?>
<p:tagLst xmlns:p="http://schemas.openxmlformats.org/presentationml/2006/main">
  <p:tag name="KSO_WM_BEAUTIFY_FLAG" val=""/>
</p:tagLst>
</file>

<file path=ppt/tags/tag1118.xml><?xml version="1.0" encoding="utf-8"?>
<p:tagLst xmlns:p="http://schemas.openxmlformats.org/presentationml/2006/main">
  <p:tag name="KSO_WM_BEAUTIFY_FLAG" val=""/>
</p:tagLst>
</file>

<file path=ppt/tags/tag1119.xml><?xml version="1.0" encoding="utf-8"?>
<p:tagLst xmlns:p="http://schemas.openxmlformats.org/presentationml/2006/main">
  <p:tag name="KSO_WM_BEAUTIFY_FLAG" val=""/>
</p:tagLst>
</file>

<file path=ppt/tags/tag1120.xml><?xml version="1.0" encoding="utf-8"?>
<p:tagLst xmlns:p="http://schemas.openxmlformats.org/presentationml/2006/main">
  <p:tag name="KSO_WM_BEAUTIFY_FLAG" val=""/>
</p:tagLst>
</file>

<file path=ppt/tags/tag1121.xml><?xml version="1.0" encoding="utf-8"?>
<p:tagLst xmlns:p="http://schemas.openxmlformats.org/presentationml/2006/main">
  <p:tag name="KSO_WM_BEAUTIFY_FLAG" val=""/>
</p:tagLst>
</file>

<file path=ppt/tags/tag1122.xml><?xml version="1.0" encoding="utf-8"?>
<p:tagLst xmlns:p="http://schemas.openxmlformats.org/presentationml/2006/main">
  <p:tag name="KSO_WM_BEAUTIFY_FLAG" val=""/>
</p:tagLst>
</file>

<file path=ppt/tags/tag1123.xml><?xml version="1.0" encoding="utf-8"?>
<p:tagLst xmlns:p="http://schemas.openxmlformats.org/presentationml/2006/main">
  <p:tag name="KSO_WM_BEAUTIFY_FLAG" val=""/>
</p:tagLst>
</file>

<file path=ppt/tags/tag1124.xml><?xml version="1.0" encoding="utf-8"?>
<p:tagLst xmlns:p="http://schemas.openxmlformats.org/presentationml/2006/main">
  <p:tag name="KSO_WM_BEAUTIFY_FLAG" val=""/>
</p:tagLst>
</file>

<file path=ppt/tags/tag1125.xml><?xml version="1.0" encoding="utf-8"?>
<p:tagLst xmlns:p="http://schemas.openxmlformats.org/presentationml/2006/main">
  <p:tag name="KSO_WM_BEAUTIFY_FLAG" val=""/>
</p:tagLst>
</file>

<file path=ppt/tags/tag1126.xml><?xml version="1.0" encoding="utf-8"?>
<p:tagLst xmlns:p="http://schemas.openxmlformats.org/presentationml/2006/main">
  <p:tag name="KSO_WM_BEAUTIFY_FLAG" val=""/>
</p:tagLst>
</file>

<file path=ppt/tags/tag1127.xml><?xml version="1.0" encoding="utf-8"?>
<p:tagLst xmlns:p="http://schemas.openxmlformats.org/presentationml/2006/main">
  <p:tag name="KSO_WM_BEAUTIFY_FLAG" val=""/>
</p:tagLst>
</file>

<file path=ppt/tags/tag1128.xml><?xml version="1.0" encoding="utf-8"?>
<p:tagLst xmlns:p="http://schemas.openxmlformats.org/presentationml/2006/main">
  <p:tag name="KSO_WM_BEAUTIFY_FLAG" val=""/>
</p:tagLst>
</file>

<file path=ppt/tags/tag1129.xml><?xml version="1.0" encoding="utf-8"?>
<p:tagLst xmlns:p="http://schemas.openxmlformats.org/presentationml/2006/main">
  <p:tag name="KSO_WM_BEAUTIFY_FLAG" val=""/>
</p:tagLst>
</file>

<file path=ppt/tags/tag1130.xml><?xml version="1.0" encoding="utf-8"?>
<p:tagLst xmlns:p="http://schemas.openxmlformats.org/presentationml/2006/main">
  <p:tag name="KSO_WM_BEAUTIFY_FLAG" val=""/>
</p:tagLst>
</file>

<file path=ppt/tags/tag1131.xml><?xml version="1.0" encoding="utf-8"?>
<p:tagLst xmlns:p="http://schemas.openxmlformats.org/presentationml/2006/main">
  <p:tag name="KSO_WM_BEAUTIFY_FLAG" val=""/>
</p:tagLst>
</file>

<file path=ppt/tags/tag1132.xml><?xml version="1.0" encoding="utf-8"?>
<p:tagLst xmlns:p="http://schemas.openxmlformats.org/presentationml/2006/main">
  <p:tag name="KSO_WM_BEAUTIFY_FLAG" val=""/>
</p:tagLst>
</file>

<file path=ppt/tags/tag1133.xml><?xml version="1.0" encoding="utf-8"?>
<p:tagLst xmlns:p="http://schemas.openxmlformats.org/presentationml/2006/main">
  <p:tag name="KSO_WM_BEAUTIFY_FLAG" val=""/>
</p:tagLst>
</file>

<file path=ppt/tags/tag1134.xml><?xml version="1.0" encoding="utf-8"?>
<p:tagLst xmlns:p="http://schemas.openxmlformats.org/presentationml/2006/main">
  <p:tag name="KSO_WM_BEAUTIFY_FLAG" val=""/>
</p:tagLst>
</file>

<file path=ppt/tags/tag1135.xml><?xml version="1.0" encoding="utf-8"?>
<p:tagLst xmlns:p="http://schemas.openxmlformats.org/presentationml/2006/main">
  <p:tag name="KSO_WM_BEAUTIFY_FLAG" val=""/>
</p:tagLst>
</file>

<file path=ppt/tags/tag1136.xml><?xml version="1.0" encoding="utf-8"?>
<p:tagLst xmlns:p="http://schemas.openxmlformats.org/presentationml/2006/main">
  <p:tag name="KSO_WM_BEAUTIFY_FLAG" val=""/>
</p:tagLst>
</file>

<file path=ppt/tags/tag1137.xml><?xml version="1.0" encoding="utf-8"?>
<p:tagLst xmlns:p="http://schemas.openxmlformats.org/presentationml/2006/main">
  <p:tag name="KSO_WM_BEAUTIFY_FLAG" val=""/>
</p:tagLst>
</file>

<file path=ppt/tags/tag1138.xml><?xml version="1.0" encoding="utf-8"?>
<p:tagLst xmlns:p="http://schemas.openxmlformats.org/presentationml/2006/main">
  <p:tag name="KSO_WM_BEAUTIFY_FLAG" val=""/>
</p:tagLst>
</file>

<file path=ppt/tags/tag1139.xml><?xml version="1.0" encoding="utf-8"?>
<p:tagLst xmlns:p="http://schemas.openxmlformats.org/presentationml/2006/main">
  <p:tag name="KSO_WM_BEAUTIFY_FLAG" val=""/>
</p:tagLst>
</file>

<file path=ppt/tags/tag1140.xml><?xml version="1.0" encoding="utf-8"?>
<p:tagLst xmlns:p="http://schemas.openxmlformats.org/presentationml/2006/main">
  <p:tag name="KSO_WM_BEAUTIFY_FLAG" val=""/>
</p:tagLst>
</file>

<file path=ppt/tags/tag1141.xml><?xml version="1.0" encoding="utf-8"?>
<p:tagLst xmlns:p="http://schemas.openxmlformats.org/presentationml/2006/main">
  <p:tag name="KSO_WM_BEAUTIFY_FLAG" val=""/>
</p:tagLst>
</file>

<file path=ppt/tags/tag1142.xml><?xml version="1.0" encoding="utf-8"?>
<p:tagLst xmlns:p="http://schemas.openxmlformats.org/presentationml/2006/main">
  <p:tag name="KSO_WM_BEAUTIFY_FLAG" val=""/>
</p:tagLst>
</file>

<file path=ppt/tags/tag1143.xml><?xml version="1.0" encoding="utf-8"?>
<p:tagLst xmlns:p="http://schemas.openxmlformats.org/presentationml/2006/main">
  <p:tag name="KSO_WM_BEAUTIFY_FLAG" val=""/>
</p:tagLst>
</file>

<file path=ppt/tags/tag1144.xml><?xml version="1.0" encoding="utf-8"?>
<p:tagLst xmlns:p="http://schemas.openxmlformats.org/presentationml/2006/main">
  <p:tag name="KSO_WM_BEAUTIFY_FLAG" val=""/>
</p:tagLst>
</file>

<file path=ppt/tags/tag1145.xml><?xml version="1.0" encoding="utf-8"?>
<p:tagLst xmlns:p="http://schemas.openxmlformats.org/presentationml/2006/main">
  <p:tag name="KSO_WM_BEAUTIFY_FLAG" val=""/>
</p:tagLst>
</file>

<file path=ppt/tags/tag1146.xml><?xml version="1.0" encoding="utf-8"?>
<p:tagLst xmlns:p="http://schemas.openxmlformats.org/presentationml/2006/main">
  <p:tag name="KSO_WM_BEAUTIFY_FLAG" val=""/>
</p:tagLst>
</file>

<file path=ppt/tags/tag1147.xml><?xml version="1.0" encoding="utf-8"?>
<p:tagLst xmlns:p="http://schemas.openxmlformats.org/presentationml/2006/main">
  <p:tag name="KSO_WM_BEAUTIFY_FLAG" val=""/>
</p:tagLst>
</file>

<file path=ppt/tags/tag1148.xml><?xml version="1.0" encoding="utf-8"?>
<p:tagLst xmlns:p="http://schemas.openxmlformats.org/presentationml/2006/main">
  <p:tag name="KSO_WM_BEAUTIFY_FLAG" val=""/>
</p:tagLst>
</file>

<file path=ppt/tags/tag1149.xml><?xml version="1.0" encoding="utf-8"?>
<p:tagLst xmlns:p="http://schemas.openxmlformats.org/presentationml/2006/main">
  <p:tag name="KSO_WM_BEAUTIFY_FLAG" val=""/>
</p:tagLst>
</file>

<file path=ppt/tags/tag1150.xml><?xml version="1.0" encoding="utf-8"?>
<p:tagLst xmlns:p="http://schemas.openxmlformats.org/presentationml/2006/main">
  <p:tag name="KSO_WM_BEAUTIFY_FLAG" val=""/>
</p:tagLst>
</file>

<file path=ppt/tags/tag1151.xml><?xml version="1.0" encoding="utf-8"?>
<p:tagLst xmlns:p="http://schemas.openxmlformats.org/presentationml/2006/main">
  <p:tag name="KSO_WM_BEAUTIFY_FLAG" val=""/>
</p:tagLst>
</file>

<file path=ppt/tags/tag1152.xml><?xml version="1.0" encoding="utf-8"?>
<p:tagLst xmlns:p="http://schemas.openxmlformats.org/presentationml/2006/main">
  <p:tag name="KSO_WM_BEAUTIFY_FLAG" val=""/>
</p:tagLst>
</file>

<file path=ppt/tags/tag1153.xml><?xml version="1.0" encoding="utf-8"?>
<p:tagLst xmlns:p="http://schemas.openxmlformats.org/presentationml/2006/main">
  <p:tag name="KSO_WM_BEAUTIFY_FLAG" val=""/>
</p:tagLst>
</file>

<file path=ppt/tags/tag1154.xml><?xml version="1.0" encoding="utf-8"?>
<p:tagLst xmlns:p="http://schemas.openxmlformats.org/presentationml/2006/main">
  <p:tag name="KSO_WM_BEAUTIFY_FLAG" val=""/>
</p:tagLst>
</file>

<file path=ppt/tags/tag1155.xml><?xml version="1.0" encoding="utf-8"?>
<p:tagLst xmlns:p="http://schemas.openxmlformats.org/presentationml/2006/main">
  <p:tag name="KSO_WM_BEAUTIFY_FLAG" val=""/>
</p:tagLst>
</file>

<file path=ppt/tags/tag1156.xml><?xml version="1.0" encoding="utf-8"?>
<p:tagLst xmlns:p="http://schemas.openxmlformats.org/presentationml/2006/main">
  <p:tag name="KSO_WM_BEAUTIFY_FLAG" val=""/>
</p:tagLst>
</file>

<file path=ppt/tags/tag1157.xml><?xml version="1.0" encoding="utf-8"?>
<p:tagLst xmlns:p="http://schemas.openxmlformats.org/presentationml/2006/main">
  <p:tag name="KSO_WM_BEAUTIFY_FLAG" val=""/>
</p:tagLst>
</file>

<file path=ppt/tags/tag1158.xml><?xml version="1.0" encoding="utf-8"?>
<p:tagLst xmlns:p="http://schemas.openxmlformats.org/presentationml/2006/main">
  <p:tag name="KSO_WM_BEAUTIFY_FLAG" val=""/>
</p:tagLst>
</file>

<file path=ppt/tags/tag1159.xml><?xml version="1.0" encoding="utf-8"?>
<p:tagLst xmlns:p="http://schemas.openxmlformats.org/presentationml/2006/main">
  <p:tag name="KSO_WM_BEAUTIFY_FLAG" val=""/>
</p:tagLst>
</file>

<file path=ppt/tags/tag1160.xml><?xml version="1.0" encoding="utf-8"?>
<p:tagLst xmlns:p="http://schemas.openxmlformats.org/presentationml/2006/main">
  <p:tag name="KSO_WM_BEAUTIFY_FLAG" val=""/>
</p:tagLst>
</file>

<file path=ppt/tags/tag1161.xml><?xml version="1.0" encoding="utf-8"?>
<p:tagLst xmlns:p="http://schemas.openxmlformats.org/presentationml/2006/main">
  <p:tag name="KSO_WM_BEAUTIFY_FLAG" val=""/>
</p:tagLst>
</file>

<file path=ppt/tags/tag1162.xml><?xml version="1.0" encoding="utf-8"?>
<p:tagLst xmlns:p="http://schemas.openxmlformats.org/presentationml/2006/main">
  <p:tag name="KSO_WM_BEAUTIFY_FLAG" val=""/>
</p:tagLst>
</file>

<file path=ppt/tags/tag1163.xml><?xml version="1.0" encoding="utf-8"?>
<p:tagLst xmlns:p="http://schemas.openxmlformats.org/presentationml/2006/main">
  <p:tag name="KSO_WM_BEAUTIFY_FLAG" val=""/>
</p:tagLst>
</file>

<file path=ppt/tags/tag1164.xml><?xml version="1.0" encoding="utf-8"?>
<p:tagLst xmlns:p="http://schemas.openxmlformats.org/presentationml/2006/main">
  <p:tag name="KSO_WM_BEAUTIFY_FLAG" val=""/>
</p:tagLst>
</file>

<file path=ppt/tags/tag1165.xml><?xml version="1.0" encoding="utf-8"?>
<p:tagLst xmlns:p="http://schemas.openxmlformats.org/presentationml/2006/main">
  <p:tag name="KSO_WM_BEAUTIFY_FLAG" val=""/>
</p:tagLst>
</file>

<file path=ppt/tags/tag1166.xml><?xml version="1.0" encoding="utf-8"?>
<p:tagLst xmlns:p="http://schemas.openxmlformats.org/presentationml/2006/main">
  <p:tag name="KSO_WM_BEAUTIFY_FLAG" val=""/>
</p:tagLst>
</file>

<file path=ppt/tags/tag1167.xml><?xml version="1.0" encoding="utf-8"?>
<p:tagLst xmlns:p="http://schemas.openxmlformats.org/presentationml/2006/main">
  <p:tag name="KSO_WM_BEAUTIFY_FLAG" val=""/>
</p:tagLst>
</file>

<file path=ppt/tags/tag1168.xml><?xml version="1.0" encoding="utf-8"?>
<p:tagLst xmlns:p="http://schemas.openxmlformats.org/presentationml/2006/main">
  <p:tag name="KSO_WM_BEAUTIFY_FLAG" val=""/>
</p:tagLst>
</file>

<file path=ppt/tags/tag1169.xml><?xml version="1.0" encoding="utf-8"?>
<p:tagLst xmlns:p="http://schemas.openxmlformats.org/presentationml/2006/main">
  <p:tag name="KSO_WM_BEAUTIFY_FLAG" val=""/>
</p:tagLst>
</file>

<file path=ppt/tags/tag1170.xml><?xml version="1.0" encoding="utf-8"?>
<p:tagLst xmlns:p="http://schemas.openxmlformats.org/presentationml/2006/main">
  <p:tag name="KSO_WM_BEAUTIFY_FLAG" val=""/>
</p:tagLst>
</file>

<file path=ppt/tags/tag1171.xml><?xml version="1.0" encoding="utf-8"?>
<p:tagLst xmlns:p="http://schemas.openxmlformats.org/presentationml/2006/main">
  <p:tag name="KSO_WM_BEAUTIFY_FLAG" val=""/>
</p:tagLst>
</file>

<file path=ppt/tags/tag1172.xml><?xml version="1.0" encoding="utf-8"?>
<p:tagLst xmlns:p="http://schemas.openxmlformats.org/presentationml/2006/main">
  <p:tag name="KSO_WM_BEAUTIFY_FLAG" val=""/>
</p:tagLst>
</file>

<file path=ppt/tags/tag1173.xml><?xml version="1.0" encoding="utf-8"?>
<p:tagLst xmlns:p="http://schemas.openxmlformats.org/presentationml/2006/main">
  <p:tag name="KSO_WM_BEAUTIFY_FLAG" val=""/>
</p:tagLst>
</file>

<file path=ppt/tags/tag1174.xml><?xml version="1.0" encoding="utf-8"?>
<p:tagLst xmlns:p="http://schemas.openxmlformats.org/presentationml/2006/main">
  <p:tag name="KSO_WM_BEAUTIFY_FLAG" val=""/>
</p:tagLst>
</file>

<file path=ppt/tags/tag1175.xml><?xml version="1.0" encoding="utf-8"?>
<p:tagLst xmlns:p="http://schemas.openxmlformats.org/presentationml/2006/main">
  <p:tag name="KSO_WM_BEAUTIFY_FLAG" val=""/>
</p:tagLst>
</file>

<file path=ppt/tags/tag1176.xml><?xml version="1.0" encoding="utf-8"?>
<p:tagLst xmlns:p="http://schemas.openxmlformats.org/presentationml/2006/main">
  <p:tag name="KSO_WM_BEAUTIFY_FLAG" val=""/>
</p:tagLst>
</file>

<file path=ppt/tags/tag1177.xml><?xml version="1.0" encoding="utf-8"?>
<p:tagLst xmlns:p="http://schemas.openxmlformats.org/presentationml/2006/main">
  <p:tag name="KSO_WM_BEAUTIFY_FLAG" val=""/>
</p:tagLst>
</file>

<file path=ppt/tags/tag1178.xml><?xml version="1.0" encoding="utf-8"?>
<p:tagLst xmlns:p="http://schemas.openxmlformats.org/presentationml/2006/main">
  <p:tag name="KSO_WM_BEAUTIFY_FLAG" val=""/>
</p:tagLst>
</file>

<file path=ppt/tags/tag1179.xml><?xml version="1.0" encoding="utf-8"?>
<p:tagLst xmlns:p="http://schemas.openxmlformats.org/presentationml/2006/main">
  <p:tag name="KSO_WM_BEAUTIFY_FLAG" val=""/>
</p:tagLst>
</file>

<file path=ppt/tags/tag1180.xml><?xml version="1.0" encoding="utf-8"?>
<p:tagLst xmlns:p="http://schemas.openxmlformats.org/presentationml/2006/main">
  <p:tag name="KSO_WM_BEAUTIFY_FLAG" val=""/>
</p:tagLst>
</file>

<file path=ppt/tags/tag1181.xml><?xml version="1.0" encoding="utf-8"?>
<p:tagLst xmlns:p="http://schemas.openxmlformats.org/presentationml/2006/main">
  <p:tag name="KSO_WM_BEAUTIFY_FLAG" val=""/>
</p:tagLst>
</file>

<file path=ppt/tags/tag1182.xml><?xml version="1.0" encoding="utf-8"?>
<p:tagLst xmlns:p="http://schemas.openxmlformats.org/presentationml/2006/main">
  <p:tag name="KSO_WM_BEAUTIFY_FLAG" val=""/>
</p:tagLst>
</file>

<file path=ppt/tags/tag1183.xml><?xml version="1.0" encoding="utf-8"?>
<p:tagLst xmlns:p="http://schemas.openxmlformats.org/presentationml/2006/main">
  <p:tag name="KSO_WM_BEAUTIFY_FLAG" val=""/>
</p:tagLst>
</file>

<file path=ppt/tags/tag1184.xml><?xml version="1.0" encoding="utf-8"?>
<p:tagLst xmlns:p="http://schemas.openxmlformats.org/presentationml/2006/main">
  <p:tag name="KSO_WM_BEAUTIFY_FLAG" val=""/>
</p:tagLst>
</file>

<file path=ppt/tags/tag1185.xml><?xml version="1.0" encoding="utf-8"?>
<p:tagLst xmlns:p="http://schemas.openxmlformats.org/presentationml/2006/main">
  <p:tag name="KSO_WM_BEAUTIFY_FLAG" val=""/>
</p:tagLst>
</file>

<file path=ppt/tags/tag1186.xml><?xml version="1.0" encoding="utf-8"?>
<p:tagLst xmlns:p="http://schemas.openxmlformats.org/presentationml/2006/main">
  <p:tag name="KSO_WM_BEAUTIFY_FLAG" val=""/>
</p:tagLst>
</file>

<file path=ppt/tags/tag1187.xml><?xml version="1.0" encoding="utf-8"?>
<p:tagLst xmlns:p="http://schemas.openxmlformats.org/presentationml/2006/main">
  <p:tag name="KSO_WM_BEAUTIFY_FLAG" val=""/>
</p:tagLst>
</file>

<file path=ppt/tags/tag1188.xml><?xml version="1.0" encoding="utf-8"?>
<p:tagLst xmlns:p="http://schemas.openxmlformats.org/presentationml/2006/main">
  <p:tag name="KSO_WM_BEAUTIFY_FLAG" val=""/>
</p:tagLst>
</file>

<file path=ppt/tags/tag1189.xml><?xml version="1.0" encoding="utf-8"?>
<p:tagLst xmlns:p="http://schemas.openxmlformats.org/presentationml/2006/main">
  <p:tag name="KSO_WM_BEAUTIFY_FLAG" val=""/>
</p:tagLst>
</file>

<file path=ppt/tags/tag1190.xml><?xml version="1.0" encoding="utf-8"?>
<p:tagLst xmlns:p="http://schemas.openxmlformats.org/presentationml/2006/main">
  <p:tag name="KSO_WM_BEAUTIFY_FLAG" val=""/>
</p:tagLst>
</file>

<file path=ppt/tags/tag1191.xml><?xml version="1.0" encoding="utf-8"?>
<p:tagLst xmlns:p="http://schemas.openxmlformats.org/presentationml/2006/main">
  <p:tag name="KSO_WM_BEAUTIFY_FLAG" val=""/>
</p:tagLst>
</file>

<file path=ppt/tags/tag1192.xml><?xml version="1.0" encoding="utf-8"?>
<p:tagLst xmlns:p="http://schemas.openxmlformats.org/presentationml/2006/main">
  <p:tag name="KSO_WM_BEAUTIFY_FLAG" val=""/>
</p:tagLst>
</file>

<file path=ppt/tags/tag1193.xml><?xml version="1.0" encoding="utf-8"?>
<p:tagLst xmlns:p="http://schemas.openxmlformats.org/presentationml/2006/main">
  <p:tag name="KSO_WM_BEAUTIFY_FLAG" val=""/>
</p:tagLst>
</file>

<file path=ppt/tags/tag1194.xml><?xml version="1.0" encoding="utf-8"?>
<p:tagLst xmlns:p="http://schemas.openxmlformats.org/presentationml/2006/main">
  <p:tag name="KSO_WM_BEAUTIFY_FLAG" val=""/>
</p:tagLst>
</file>

<file path=ppt/tags/tag1195.xml><?xml version="1.0" encoding="utf-8"?>
<p:tagLst xmlns:p="http://schemas.openxmlformats.org/presentationml/2006/main">
  <p:tag name="KSO_WM_BEAUTIFY_FLAG" val=""/>
</p:tagLst>
</file>

<file path=ppt/tags/tag1196.xml><?xml version="1.0" encoding="utf-8"?>
<p:tagLst xmlns:p="http://schemas.openxmlformats.org/presentationml/2006/main">
  <p:tag name="KSO_WM_BEAUTIFY_FLAG" val=""/>
</p:tagLst>
</file>

<file path=ppt/tags/tag1197.xml><?xml version="1.0" encoding="utf-8"?>
<p:tagLst xmlns:p="http://schemas.openxmlformats.org/presentationml/2006/main">
  <p:tag name="KSO_WM_BEAUTIFY_FLAG" val=""/>
</p:tagLst>
</file>

<file path=ppt/tags/tag1198.xml><?xml version="1.0" encoding="utf-8"?>
<p:tagLst xmlns:p="http://schemas.openxmlformats.org/presentationml/2006/main">
  <p:tag name="KSO_WM_BEAUTIFY_FLAG" val=""/>
</p:tagLst>
</file>

<file path=ppt/tags/tag1199.xml><?xml version="1.0" encoding="utf-8"?>
<p:tagLst xmlns:p="http://schemas.openxmlformats.org/presentationml/2006/main">
  <p:tag name="KSO_WM_BEAUTIFY_FLAG" val=""/>
</p:tagLst>
</file>

<file path=ppt/tags/tag1200.xml><?xml version="1.0" encoding="utf-8"?>
<p:tagLst xmlns:p="http://schemas.openxmlformats.org/presentationml/2006/main">
  <p:tag name="KSO_WM_BEAUTIFY_FLAG" val=""/>
</p:tagLst>
</file>

<file path=ppt/tags/tag1201.xml><?xml version="1.0" encoding="utf-8"?>
<p:tagLst xmlns:p="http://schemas.openxmlformats.org/presentationml/2006/main">
  <p:tag name="KSO_WM_BEAUTIFY_FLAG" val=""/>
</p:tagLst>
</file>

<file path=ppt/tags/tag1202.xml><?xml version="1.0" encoding="utf-8"?>
<p:tagLst xmlns:p="http://schemas.openxmlformats.org/presentationml/2006/main">
  <p:tag name="KSO_WM_BEAUTIFY_FLAG" val=""/>
</p:tagLst>
</file>

<file path=ppt/tags/tag1203.xml><?xml version="1.0" encoding="utf-8"?>
<p:tagLst xmlns:p="http://schemas.openxmlformats.org/presentationml/2006/main">
  <p:tag name="KSO_WM_BEAUTIFY_FLAG" val=""/>
</p:tagLst>
</file>

<file path=ppt/tags/tag1204.xml><?xml version="1.0" encoding="utf-8"?>
<p:tagLst xmlns:p="http://schemas.openxmlformats.org/presentationml/2006/main">
  <p:tag name="KSO_WM_BEAUTIFY_FLAG" val=""/>
</p:tagLst>
</file>

<file path=ppt/tags/tag1205.xml><?xml version="1.0" encoding="utf-8"?>
<p:tagLst xmlns:p="http://schemas.openxmlformats.org/presentationml/2006/main">
  <p:tag name="KSO_WM_BEAUTIFY_FLAG" val=""/>
</p:tagLst>
</file>

<file path=ppt/tags/tag1206.xml><?xml version="1.0" encoding="utf-8"?>
<p:tagLst xmlns:p="http://schemas.openxmlformats.org/presentationml/2006/main">
  <p:tag name="KSO_WM_BEAUTIFY_FLAG" val=""/>
</p:tagLst>
</file>

<file path=ppt/tags/tag1207.xml><?xml version="1.0" encoding="utf-8"?>
<p:tagLst xmlns:p="http://schemas.openxmlformats.org/presentationml/2006/main">
  <p:tag name="KSO_WM_BEAUTIFY_FLAG" val=""/>
</p:tagLst>
</file>

<file path=ppt/tags/tag1208.xml><?xml version="1.0" encoding="utf-8"?>
<p:tagLst xmlns:p="http://schemas.openxmlformats.org/presentationml/2006/main">
  <p:tag name="KSO_WM_BEAUTIFY_FLAG" val=""/>
</p:tagLst>
</file>

<file path=ppt/tags/tag1209.xml><?xml version="1.0" encoding="utf-8"?>
<p:tagLst xmlns:p="http://schemas.openxmlformats.org/presentationml/2006/main">
  <p:tag name="KSO_WM_BEAUTIFY_FLAG" val=""/>
</p:tagLst>
</file>

<file path=ppt/tags/tag1210.xml><?xml version="1.0" encoding="utf-8"?>
<p:tagLst xmlns:p="http://schemas.openxmlformats.org/presentationml/2006/main">
  <p:tag name="KSO_WM_BEAUTIFY_FLAG" val=""/>
</p:tagLst>
</file>

<file path=ppt/tags/tag1211.xml><?xml version="1.0" encoding="utf-8"?>
<p:tagLst xmlns:p="http://schemas.openxmlformats.org/presentationml/2006/main">
  <p:tag name="KSO_WM_BEAUTIFY_FLAG" val=""/>
</p:tagLst>
</file>

<file path=ppt/tags/tag1212.xml><?xml version="1.0" encoding="utf-8"?>
<p:tagLst xmlns:p="http://schemas.openxmlformats.org/presentationml/2006/main">
  <p:tag name="KSO_WM_BEAUTIFY_FLAG" val=""/>
</p:tagLst>
</file>

<file path=ppt/tags/tag1213.xml><?xml version="1.0" encoding="utf-8"?>
<p:tagLst xmlns:p="http://schemas.openxmlformats.org/presentationml/2006/main">
  <p:tag name="KSO_WM_BEAUTIFY_FLAG" val=""/>
</p:tagLst>
</file>

<file path=ppt/tags/tag1214.xml><?xml version="1.0" encoding="utf-8"?>
<p:tagLst xmlns:p="http://schemas.openxmlformats.org/presentationml/2006/main">
  <p:tag name="KSO_WM_BEAUTIFY_FLAG" val=""/>
</p:tagLst>
</file>

<file path=ppt/tags/tag1215.xml><?xml version="1.0" encoding="utf-8"?>
<p:tagLst xmlns:p="http://schemas.openxmlformats.org/presentationml/2006/main">
  <p:tag name="KSO_WM_BEAUTIFY_FLAG" val=""/>
</p:tagLst>
</file>

<file path=ppt/tags/tag1216.xml><?xml version="1.0" encoding="utf-8"?>
<p:tagLst xmlns:p="http://schemas.openxmlformats.org/presentationml/2006/main">
  <p:tag name="KSO_WM_BEAUTIFY_FLAG" val=""/>
</p:tagLst>
</file>

<file path=ppt/tags/tag1217.xml><?xml version="1.0" encoding="utf-8"?>
<p:tagLst xmlns:p="http://schemas.openxmlformats.org/presentationml/2006/main">
  <p:tag name="KSO_WM_BEAUTIFY_FLAG" val=""/>
</p:tagLst>
</file>

<file path=ppt/tags/tag1218.xml><?xml version="1.0" encoding="utf-8"?>
<p:tagLst xmlns:p="http://schemas.openxmlformats.org/presentationml/2006/main">
  <p:tag name="KSO_WM_BEAUTIFY_FLAG" val=""/>
</p:tagLst>
</file>

<file path=ppt/tags/tag1219.xml><?xml version="1.0" encoding="utf-8"?>
<p:tagLst xmlns:p="http://schemas.openxmlformats.org/presentationml/2006/main">
  <p:tag name="KSO_WM_BEAUTIFY_FLAG" val=""/>
</p:tagLst>
</file>

<file path=ppt/tags/tag1220.xml><?xml version="1.0" encoding="utf-8"?>
<p:tagLst xmlns:p="http://schemas.openxmlformats.org/presentationml/2006/main">
  <p:tag name="KSO_WM_BEAUTIFY_FLAG" val=""/>
</p:tagLst>
</file>

<file path=ppt/tags/tag1221.xml><?xml version="1.0" encoding="utf-8"?>
<p:tagLst xmlns:p="http://schemas.openxmlformats.org/presentationml/2006/main">
  <p:tag name="KSO_WM_BEAUTIFY_FLAG" val=""/>
</p:tagLst>
</file>

<file path=ppt/tags/tag1222.xml><?xml version="1.0" encoding="utf-8"?>
<p:tagLst xmlns:p="http://schemas.openxmlformats.org/presentationml/2006/main">
  <p:tag name="KSO_WM_BEAUTIFY_FLAG" val=""/>
</p:tagLst>
</file>

<file path=ppt/tags/tag1223.xml><?xml version="1.0" encoding="utf-8"?>
<p:tagLst xmlns:p="http://schemas.openxmlformats.org/presentationml/2006/main">
  <p:tag name="KSO_WM_BEAUTIFY_FLAG" val=""/>
</p:tagLst>
</file>

<file path=ppt/tags/tag1224.xml><?xml version="1.0" encoding="utf-8"?>
<p:tagLst xmlns:p="http://schemas.openxmlformats.org/presentationml/2006/main">
  <p:tag name="KSO_WM_BEAUTIFY_FLAG" val=""/>
</p:tagLst>
</file>

<file path=ppt/tags/tag1225.xml><?xml version="1.0" encoding="utf-8"?>
<p:tagLst xmlns:p="http://schemas.openxmlformats.org/presentationml/2006/main">
  <p:tag name="KSO_WM_BEAUTIFY_FLAG" val=""/>
</p:tagLst>
</file>

<file path=ppt/tags/tag1226.xml><?xml version="1.0" encoding="utf-8"?>
<p:tagLst xmlns:p="http://schemas.openxmlformats.org/presentationml/2006/main">
  <p:tag name="KSO_WM_BEAUTIFY_FLAG" val=""/>
</p:tagLst>
</file>

<file path=ppt/tags/tag1227.xml><?xml version="1.0" encoding="utf-8"?>
<p:tagLst xmlns:p="http://schemas.openxmlformats.org/presentationml/2006/main">
  <p:tag name="KSO_WM_BEAUTIFY_FLAG" val=""/>
</p:tagLst>
</file>

<file path=ppt/tags/tag1228.xml><?xml version="1.0" encoding="utf-8"?>
<p:tagLst xmlns:p="http://schemas.openxmlformats.org/presentationml/2006/main">
  <p:tag name="KSO_WM_BEAUTIFY_FLAG" val=""/>
</p:tagLst>
</file>

<file path=ppt/tags/tag1229.xml><?xml version="1.0" encoding="utf-8"?>
<p:tagLst xmlns:p="http://schemas.openxmlformats.org/presentationml/2006/main">
  <p:tag name="KSO_WM_BEAUTIFY_FLAG" val=""/>
</p:tagLst>
</file>

<file path=ppt/tags/tag1230.xml><?xml version="1.0" encoding="utf-8"?>
<p:tagLst xmlns:p="http://schemas.openxmlformats.org/presentationml/2006/main">
  <p:tag name="KSO_WM_BEAUTIFY_FLAG" val=""/>
</p:tagLst>
</file>

<file path=ppt/tags/tag1231.xml><?xml version="1.0" encoding="utf-8"?>
<p:tagLst xmlns:p="http://schemas.openxmlformats.org/presentationml/2006/main">
  <p:tag name="KSO_WM_BEAUTIFY_FLAG" val=""/>
</p:tagLst>
</file>

<file path=ppt/tags/tag1232.xml><?xml version="1.0" encoding="utf-8"?>
<p:tagLst xmlns:p="http://schemas.openxmlformats.org/presentationml/2006/main">
  <p:tag name="KSO_WM_BEAUTIFY_FLAG" val=""/>
</p:tagLst>
</file>

<file path=ppt/tags/tag1233.xml><?xml version="1.0" encoding="utf-8"?>
<p:tagLst xmlns:p="http://schemas.openxmlformats.org/presentationml/2006/main">
  <p:tag name="KSO_WM_BEAUTIFY_FLAG" val=""/>
</p:tagLst>
</file>

<file path=ppt/tags/tag1234.xml><?xml version="1.0" encoding="utf-8"?>
<p:tagLst xmlns:p="http://schemas.openxmlformats.org/presentationml/2006/main">
  <p:tag name="KSO_WM_BEAUTIFY_FLAG" val=""/>
</p:tagLst>
</file>

<file path=ppt/tags/tag1235.xml><?xml version="1.0" encoding="utf-8"?>
<p:tagLst xmlns:p="http://schemas.openxmlformats.org/presentationml/2006/main">
  <p:tag name="KSO_WM_BEAUTIFY_FLAG" val=""/>
</p:tagLst>
</file>

<file path=ppt/tags/tag1236.xml><?xml version="1.0" encoding="utf-8"?>
<p:tagLst xmlns:p="http://schemas.openxmlformats.org/presentationml/2006/main">
  <p:tag name="KSO_WM_BEAUTIFY_FLAG" val=""/>
</p:tagLst>
</file>

<file path=ppt/tags/tag1237.xml><?xml version="1.0" encoding="utf-8"?>
<p:tagLst xmlns:p="http://schemas.openxmlformats.org/presentationml/2006/main">
  <p:tag name="KSO_WM_BEAUTIFY_FLAG" val=""/>
</p:tagLst>
</file>

<file path=ppt/tags/tag1238.xml><?xml version="1.0" encoding="utf-8"?>
<p:tagLst xmlns:p="http://schemas.openxmlformats.org/presentationml/2006/main">
  <p:tag name="KSO_WM_BEAUTIFY_FLAG" val=""/>
</p:tagLst>
</file>

<file path=ppt/tags/tag1239.xml><?xml version="1.0" encoding="utf-8"?>
<p:tagLst xmlns:p="http://schemas.openxmlformats.org/presentationml/2006/main">
  <p:tag name="KSO_WM_BEAUTIFY_FLAG" val=""/>
</p:tagLst>
</file>

<file path=ppt/tags/tag1240.xml><?xml version="1.0" encoding="utf-8"?>
<p:tagLst xmlns:p="http://schemas.openxmlformats.org/presentationml/2006/main">
  <p:tag name="KSO_WM_BEAUTIFY_FLAG" val=""/>
</p:tagLst>
</file>

<file path=ppt/tags/tag1241.xml><?xml version="1.0" encoding="utf-8"?>
<p:tagLst xmlns:p="http://schemas.openxmlformats.org/presentationml/2006/main">
  <p:tag name="KSO_WM_BEAUTIFY_FLAG" val=""/>
</p:tagLst>
</file>

<file path=ppt/tags/tag1242.xml><?xml version="1.0" encoding="utf-8"?>
<p:tagLst xmlns:p="http://schemas.openxmlformats.org/presentationml/2006/main">
  <p:tag name="KSO_WM_BEAUTIFY_FLAG" val=""/>
</p:tagLst>
</file>

<file path=ppt/tags/tag1243.xml><?xml version="1.0" encoding="utf-8"?>
<p:tagLst xmlns:p="http://schemas.openxmlformats.org/presentationml/2006/main">
  <p:tag name="KSO_WM_BEAUTIFY_FLAG" val=""/>
</p:tagLst>
</file>

<file path=ppt/tags/tag1244.xml><?xml version="1.0" encoding="utf-8"?>
<p:tagLst xmlns:p="http://schemas.openxmlformats.org/presentationml/2006/main">
  <p:tag name="KSO_WM_BEAUTIFY_FLAG" val=""/>
</p:tagLst>
</file>

<file path=ppt/tags/tag1245.xml><?xml version="1.0" encoding="utf-8"?>
<p:tagLst xmlns:p="http://schemas.openxmlformats.org/presentationml/2006/main">
  <p:tag name="KSO_WM_BEAUTIFY_FLAG" val=""/>
</p:tagLst>
</file>

<file path=ppt/tags/tag1246.xml><?xml version="1.0" encoding="utf-8"?>
<p:tagLst xmlns:p="http://schemas.openxmlformats.org/presentationml/2006/main">
  <p:tag name="KSO_WM_BEAUTIFY_FLAG" val=""/>
</p:tagLst>
</file>

<file path=ppt/tags/tag1247.xml><?xml version="1.0" encoding="utf-8"?>
<p:tagLst xmlns:p="http://schemas.openxmlformats.org/presentationml/2006/main">
  <p:tag name="KSO_WM_BEAUTIFY_FLAG" val=""/>
</p:tagLst>
</file>

<file path=ppt/tags/tag1248.xml><?xml version="1.0" encoding="utf-8"?>
<p:tagLst xmlns:p="http://schemas.openxmlformats.org/presentationml/2006/main">
  <p:tag name="KSO_WM_BEAUTIFY_FLAG" val=""/>
</p:tagLst>
</file>

<file path=ppt/tags/tag1249.xml><?xml version="1.0" encoding="utf-8"?>
<p:tagLst xmlns:p="http://schemas.openxmlformats.org/presentationml/2006/main">
  <p:tag name="KSO_WM_BEAUTIFY_FLAG" val=""/>
</p:tagLst>
</file>

<file path=ppt/tags/tag1250.xml><?xml version="1.0" encoding="utf-8"?>
<p:tagLst xmlns:p="http://schemas.openxmlformats.org/presentationml/2006/main">
  <p:tag name="KSO_WM_BEAUTIFY_FLAG" val=""/>
</p:tagLst>
</file>

<file path=ppt/tags/tag1251.xml><?xml version="1.0" encoding="utf-8"?>
<p:tagLst xmlns:p="http://schemas.openxmlformats.org/presentationml/2006/main">
  <p:tag name="KSO_WM_BEAUTIFY_FLAG" val=""/>
</p:tagLst>
</file>

<file path=ppt/tags/tag1252.xml><?xml version="1.0" encoding="utf-8"?>
<p:tagLst xmlns:p="http://schemas.openxmlformats.org/presentationml/2006/main">
  <p:tag name="KSO_WM_BEAUTIFY_FLAG" val=""/>
</p:tagLst>
</file>

<file path=ppt/tags/tag1253.xml><?xml version="1.0" encoding="utf-8"?>
<p:tagLst xmlns:p="http://schemas.openxmlformats.org/presentationml/2006/main">
  <p:tag name="KSO_WM_BEAUTIFY_FLAG" val=""/>
</p:tagLst>
</file>

<file path=ppt/tags/tag1254.xml><?xml version="1.0" encoding="utf-8"?>
<p:tagLst xmlns:p="http://schemas.openxmlformats.org/presentationml/2006/main">
  <p:tag name="KSO_WM_BEAUTIFY_FLAG" val=""/>
</p:tagLst>
</file>

<file path=ppt/tags/tag1255.xml><?xml version="1.0" encoding="utf-8"?>
<p:tagLst xmlns:p="http://schemas.openxmlformats.org/presentationml/2006/main">
  <p:tag name="KSO_WM_BEAUTIFY_FLAG" val=""/>
</p:tagLst>
</file>

<file path=ppt/tags/tag1256.xml><?xml version="1.0" encoding="utf-8"?>
<p:tagLst xmlns:p="http://schemas.openxmlformats.org/presentationml/2006/main">
  <p:tag name="KSO_WM_BEAUTIFY_FLAG" val=""/>
</p:tagLst>
</file>

<file path=ppt/tags/tag1257.xml><?xml version="1.0" encoding="utf-8"?>
<p:tagLst xmlns:p="http://schemas.openxmlformats.org/presentationml/2006/main">
  <p:tag name="KSO_WM_BEAUTIFY_FLAG" val=""/>
</p:tagLst>
</file>

<file path=ppt/tags/tag1258.xml><?xml version="1.0" encoding="utf-8"?>
<p:tagLst xmlns:p="http://schemas.openxmlformats.org/presentationml/2006/main">
  <p:tag name="KSO_WM_BEAUTIFY_FLAG" val=""/>
</p:tagLst>
</file>

<file path=ppt/tags/tag1259.xml><?xml version="1.0" encoding="utf-8"?>
<p:tagLst xmlns:p="http://schemas.openxmlformats.org/presentationml/2006/main">
  <p:tag name="KSO_WM_BEAUTIFY_FLAG" val=""/>
</p:tagLst>
</file>

<file path=ppt/tags/tag1260.xml><?xml version="1.0" encoding="utf-8"?>
<p:tagLst xmlns:p="http://schemas.openxmlformats.org/presentationml/2006/main">
  <p:tag name="KSO_WM_BEAUTIFY_FLAG" val=""/>
</p:tagLst>
</file>

<file path=ppt/tags/tag1261.xml><?xml version="1.0" encoding="utf-8"?>
<p:tagLst xmlns:p="http://schemas.openxmlformats.org/presentationml/2006/main">
  <p:tag name="KSO_WM_BEAUTIFY_FLAG" val=""/>
</p:tagLst>
</file>

<file path=ppt/tags/tag1262.xml><?xml version="1.0" encoding="utf-8"?>
<p:tagLst xmlns:p="http://schemas.openxmlformats.org/presentationml/2006/main">
  <p:tag name="KSO_WM_BEAUTIFY_FLAG" val=""/>
</p:tagLst>
</file>

<file path=ppt/tags/tag1263.xml><?xml version="1.0" encoding="utf-8"?>
<p:tagLst xmlns:p="http://schemas.openxmlformats.org/presentationml/2006/main">
  <p:tag name="KSO_WM_BEAUTIFY_FLAG" val=""/>
</p:tagLst>
</file>

<file path=ppt/tags/tag1264.xml><?xml version="1.0" encoding="utf-8"?>
<p:tagLst xmlns:p="http://schemas.openxmlformats.org/presentationml/2006/main">
  <p:tag name="KSO_WM_BEAUTIFY_FLAG" val=""/>
</p:tagLst>
</file>

<file path=ppt/tags/tag1265.xml><?xml version="1.0" encoding="utf-8"?>
<p:tagLst xmlns:p="http://schemas.openxmlformats.org/presentationml/2006/main">
  <p:tag name="KSO_WM_BEAUTIFY_FLAG" val=""/>
</p:tagLst>
</file>

<file path=ppt/tags/tag1266.xml><?xml version="1.0" encoding="utf-8"?>
<p:tagLst xmlns:p="http://schemas.openxmlformats.org/presentationml/2006/main">
  <p:tag name="KSO_WM_BEAUTIFY_FLAG" val=""/>
</p:tagLst>
</file>

<file path=ppt/tags/tag1267.xml><?xml version="1.0" encoding="utf-8"?>
<p:tagLst xmlns:p="http://schemas.openxmlformats.org/presentationml/2006/main">
  <p:tag name="KSO_WM_BEAUTIFY_FLAG" val=""/>
</p:tagLst>
</file>

<file path=ppt/tags/tag1268.xml><?xml version="1.0" encoding="utf-8"?>
<p:tagLst xmlns:p="http://schemas.openxmlformats.org/presentationml/2006/main">
  <p:tag name="KSO_WM_BEAUTIFY_FLAG" val=""/>
</p:tagLst>
</file>

<file path=ppt/tags/tag1269.xml><?xml version="1.0" encoding="utf-8"?>
<p:tagLst xmlns:p="http://schemas.openxmlformats.org/presentationml/2006/main">
  <p:tag name="KSO_WM_BEAUTIFY_FLAG" val=""/>
</p:tagLst>
</file>

<file path=ppt/tags/tag1270.xml><?xml version="1.0" encoding="utf-8"?>
<p:tagLst xmlns:p="http://schemas.openxmlformats.org/presentationml/2006/main">
  <p:tag name="KSO_WM_BEAUTIFY_FLAG" val=""/>
</p:tagLst>
</file>

<file path=ppt/tags/tag1271.xml><?xml version="1.0" encoding="utf-8"?>
<p:tagLst xmlns:p="http://schemas.openxmlformats.org/presentationml/2006/main">
  <p:tag name="KSO_WM_BEAUTIFY_FLAG" val=""/>
</p:tagLst>
</file>

<file path=ppt/tags/tag1272.xml><?xml version="1.0" encoding="utf-8"?>
<p:tagLst xmlns:p="http://schemas.openxmlformats.org/presentationml/2006/main">
  <p:tag name="KSO_WM_BEAUTIFY_FLAG" val=""/>
</p:tagLst>
</file>

<file path=ppt/tags/tag1273.xml><?xml version="1.0" encoding="utf-8"?>
<p:tagLst xmlns:p="http://schemas.openxmlformats.org/presentationml/2006/main">
  <p:tag name="KSO_WM_BEAUTIFY_FLAG" val=""/>
</p:tagLst>
</file>

<file path=ppt/tags/tag1274.xml><?xml version="1.0" encoding="utf-8"?>
<p:tagLst xmlns:p="http://schemas.openxmlformats.org/presentationml/2006/main">
  <p:tag name="KSO_WM_BEAUTIFY_FLAG" val=""/>
</p:tagLst>
</file>

<file path=ppt/tags/tag1275.xml><?xml version="1.0" encoding="utf-8"?>
<p:tagLst xmlns:p="http://schemas.openxmlformats.org/presentationml/2006/main">
  <p:tag name="KSO_WM_BEAUTIFY_FLAG" val=""/>
</p:tagLst>
</file>

<file path=ppt/tags/tag1276.xml><?xml version="1.0" encoding="utf-8"?>
<p:tagLst xmlns:p="http://schemas.openxmlformats.org/presentationml/2006/main">
  <p:tag name="KSO_WM_BEAUTIFY_FLAG" val=""/>
</p:tagLst>
</file>

<file path=ppt/tags/tag1277.xml><?xml version="1.0" encoding="utf-8"?>
<p:tagLst xmlns:p="http://schemas.openxmlformats.org/presentationml/2006/main">
  <p:tag name="KSO_WM_BEAUTIFY_FLAG" val=""/>
</p:tagLst>
</file>

<file path=ppt/tags/tag1278.xml><?xml version="1.0" encoding="utf-8"?>
<p:tagLst xmlns:p="http://schemas.openxmlformats.org/presentationml/2006/main">
  <p:tag name="KSO_WM_BEAUTIFY_FLAG" val=""/>
</p:tagLst>
</file>

<file path=ppt/tags/tag1279.xml><?xml version="1.0" encoding="utf-8"?>
<p:tagLst xmlns:p="http://schemas.openxmlformats.org/presentationml/2006/main">
  <p:tag name="KSO_WM_BEAUTIFY_FLAG" val=""/>
</p:tagLst>
</file>

<file path=ppt/tags/tag1280.xml><?xml version="1.0" encoding="utf-8"?>
<p:tagLst xmlns:p="http://schemas.openxmlformats.org/presentationml/2006/main">
  <p:tag name="KSO_WM_BEAUTIFY_FLAG" val=""/>
</p:tagLst>
</file>

<file path=ppt/tags/tag1281.xml><?xml version="1.0" encoding="utf-8"?>
<p:tagLst xmlns:p="http://schemas.openxmlformats.org/presentationml/2006/main">
  <p:tag name="KSO_WM_BEAUTIFY_FLAG" val=""/>
</p:tagLst>
</file>

<file path=ppt/tags/tag1282.xml><?xml version="1.0" encoding="utf-8"?>
<p:tagLst xmlns:p="http://schemas.openxmlformats.org/presentationml/2006/main">
  <p:tag name="KSO_WM_BEAUTIFY_FLAG" val=""/>
</p:tagLst>
</file>

<file path=ppt/tags/tag1283.xml><?xml version="1.0" encoding="utf-8"?>
<p:tagLst xmlns:p="http://schemas.openxmlformats.org/presentationml/2006/main">
  <p:tag name="KSO_WM_BEAUTIFY_FLAG" val=""/>
</p:tagLst>
</file>

<file path=ppt/tags/tag1284.xml><?xml version="1.0" encoding="utf-8"?>
<p:tagLst xmlns:p="http://schemas.openxmlformats.org/presentationml/2006/main">
  <p:tag name="KSO_WM_BEAUTIFY_FLAG" val=""/>
</p:tagLst>
</file>

<file path=ppt/tags/tag1285.xml><?xml version="1.0" encoding="utf-8"?>
<p:tagLst xmlns:p="http://schemas.openxmlformats.org/presentationml/2006/main">
  <p:tag name="KSO_WM_BEAUTIFY_FLAG" val=""/>
</p:tagLst>
</file>

<file path=ppt/tags/tag1286.xml><?xml version="1.0" encoding="utf-8"?>
<p:tagLst xmlns:p="http://schemas.openxmlformats.org/presentationml/2006/main">
  <p:tag name="KSO_WM_BEAUTIFY_FLAG" val=""/>
</p:tagLst>
</file>

<file path=ppt/tags/tag1287.xml><?xml version="1.0" encoding="utf-8"?>
<p:tagLst xmlns:p="http://schemas.openxmlformats.org/presentationml/2006/main">
  <p:tag name="KSO_WM_BEAUTIFY_FLAG" val=""/>
</p:tagLst>
</file>

<file path=ppt/tags/tag1288.xml><?xml version="1.0" encoding="utf-8"?>
<p:tagLst xmlns:p="http://schemas.openxmlformats.org/presentationml/2006/main">
  <p:tag name="KSO_WM_BEAUTIFY_FLAG" val=""/>
</p:tagLst>
</file>

<file path=ppt/tags/tag1289.xml><?xml version="1.0" encoding="utf-8"?>
<p:tagLst xmlns:p="http://schemas.openxmlformats.org/presentationml/2006/main">
  <p:tag name="KSO_WM_BEAUTIFY_FLAG" val=""/>
</p:tagLst>
</file>

<file path=ppt/tags/tag1290.xml><?xml version="1.0" encoding="utf-8"?>
<p:tagLst xmlns:p="http://schemas.openxmlformats.org/presentationml/2006/main">
  <p:tag name="KSO_WM_BEAUTIFY_FLAG" val=""/>
</p:tagLst>
</file>

<file path=ppt/tags/tag1291.xml><?xml version="1.0" encoding="utf-8"?>
<p:tagLst xmlns:p="http://schemas.openxmlformats.org/presentationml/2006/main">
  <p:tag name="KSO_WM_BEAUTIFY_FLAG" val=""/>
</p:tagLst>
</file>

<file path=ppt/tags/tag1292.xml><?xml version="1.0" encoding="utf-8"?>
<p:tagLst xmlns:p="http://schemas.openxmlformats.org/presentationml/2006/main">
  <p:tag name="KSO_WM_BEAUTIFY_FLAG" val=""/>
</p:tagLst>
</file>

<file path=ppt/tags/tag1293.xml><?xml version="1.0" encoding="utf-8"?>
<p:tagLst xmlns:p="http://schemas.openxmlformats.org/presentationml/2006/main">
  <p:tag name="KSO_WM_BEAUTIFY_FLAG" val=""/>
</p:tagLst>
</file>

<file path=ppt/tags/tag1294.xml><?xml version="1.0" encoding="utf-8"?>
<p:tagLst xmlns:p="http://schemas.openxmlformats.org/presentationml/2006/main">
  <p:tag name="KSO_WM_BEAUTIFY_FLAG" val=""/>
</p:tagLst>
</file>

<file path=ppt/tags/tag1295.xml><?xml version="1.0" encoding="utf-8"?>
<p:tagLst xmlns:p="http://schemas.openxmlformats.org/presentationml/2006/main">
  <p:tag name="KSO_WM_BEAUTIFY_FLAG" val=""/>
</p:tagLst>
</file>

<file path=ppt/tags/tag1296.xml><?xml version="1.0" encoding="utf-8"?>
<p:tagLst xmlns:p="http://schemas.openxmlformats.org/presentationml/2006/main">
  <p:tag name="KSO_WM_BEAUTIFY_FLAG" val=""/>
</p:tagLst>
</file>

<file path=ppt/tags/tag1297.xml><?xml version="1.0" encoding="utf-8"?>
<p:tagLst xmlns:p="http://schemas.openxmlformats.org/presentationml/2006/main">
  <p:tag name="KSO_WM_BEAUTIFY_FLAG" val=""/>
</p:tagLst>
</file>

<file path=ppt/tags/tag1298.xml><?xml version="1.0" encoding="utf-8"?>
<p:tagLst xmlns:p="http://schemas.openxmlformats.org/presentationml/2006/main">
  <p:tag name="KSO_WM_BEAUTIFY_FLAG" val=""/>
</p:tagLst>
</file>

<file path=ppt/tags/tag1299.xml><?xml version="1.0" encoding="utf-8"?>
<p:tagLst xmlns:p="http://schemas.openxmlformats.org/presentationml/2006/main">
  <p:tag name="KSO_WM_BEAUTIFY_FLAG" val=""/>
</p:tagLst>
</file>

<file path=ppt/tags/tag1300.xml><?xml version="1.0" encoding="utf-8"?>
<p:tagLst xmlns:p="http://schemas.openxmlformats.org/presentationml/2006/main">
  <p:tag name="KSO_WM_BEAUTIFY_FLAG" val=""/>
</p:tagLst>
</file>

<file path=ppt/tags/tag1301.xml><?xml version="1.0" encoding="utf-8"?>
<p:tagLst xmlns:p="http://schemas.openxmlformats.org/presentationml/2006/main">
  <p:tag name="KSO_WM_BEAUTIFY_FLAG" val=""/>
</p:tagLst>
</file>

<file path=ppt/tags/tag1302.xml><?xml version="1.0" encoding="utf-8"?>
<p:tagLst xmlns:p="http://schemas.openxmlformats.org/presentationml/2006/main">
  <p:tag name="KSO_WM_BEAUTIFY_FLAG" val=""/>
</p:tagLst>
</file>

<file path=ppt/tags/tag1303.xml><?xml version="1.0" encoding="utf-8"?>
<p:tagLst xmlns:p="http://schemas.openxmlformats.org/presentationml/2006/main">
  <p:tag name="KSO_WM_BEAUTIFY_FLAG" val=""/>
</p:tagLst>
</file>

<file path=ppt/tags/tag1304.xml><?xml version="1.0" encoding="utf-8"?>
<p:tagLst xmlns:p="http://schemas.openxmlformats.org/presentationml/2006/main">
  <p:tag name="KSO_WM_BEAUTIFY_FLAG" val=""/>
</p:tagLst>
</file>

<file path=ppt/tags/tag1305.xml><?xml version="1.0" encoding="utf-8"?>
<p:tagLst xmlns:p="http://schemas.openxmlformats.org/presentationml/2006/main">
  <p:tag name="KSO_WM_BEAUTIFY_FLAG" val=""/>
</p:tagLst>
</file>

<file path=ppt/tags/tag1306.xml><?xml version="1.0" encoding="utf-8"?>
<p:tagLst xmlns:p="http://schemas.openxmlformats.org/presentationml/2006/main">
  <p:tag name="KSO_WM_BEAUTIFY_FLAG" val=""/>
</p:tagLst>
</file>

<file path=ppt/tags/tag1307.xml><?xml version="1.0" encoding="utf-8"?>
<p:tagLst xmlns:p="http://schemas.openxmlformats.org/presentationml/2006/main">
  <p:tag name="KSO_WM_BEAUTIFY_FLAG" val=""/>
</p:tagLst>
</file>

<file path=ppt/tags/tag1308.xml><?xml version="1.0" encoding="utf-8"?>
<p:tagLst xmlns:p="http://schemas.openxmlformats.org/presentationml/2006/main">
  <p:tag name="KSO_WM_BEAUTIFY_FLAG" val=""/>
</p:tagLst>
</file>

<file path=ppt/tags/tag1309.xml><?xml version="1.0" encoding="utf-8"?>
<p:tagLst xmlns:p="http://schemas.openxmlformats.org/presentationml/2006/main">
  <p:tag name="KSO_WM_BEAUTIFY_FLAG" val=""/>
</p:tagLst>
</file>

<file path=ppt/tags/tag1310.xml><?xml version="1.0" encoding="utf-8"?>
<p:tagLst xmlns:p="http://schemas.openxmlformats.org/presentationml/2006/main">
  <p:tag name="KSO_WM_BEAUTIFY_FLAG" val=""/>
</p:tagLst>
</file>

<file path=ppt/tags/tag1311.xml><?xml version="1.0" encoding="utf-8"?>
<p:tagLst xmlns:p="http://schemas.openxmlformats.org/presentationml/2006/main">
  <p:tag name="KSO_WM_BEAUTIFY_FLAG" val=""/>
</p:tagLst>
</file>

<file path=ppt/tags/tag1312.xml><?xml version="1.0" encoding="utf-8"?>
<p:tagLst xmlns:p="http://schemas.openxmlformats.org/presentationml/2006/main">
  <p:tag name="KSO_WM_BEAUTIFY_FLAG" val=""/>
</p:tagLst>
</file>

<file path=ppt/tags/tag1313.xml><?xml version="1.0" encoding="utf-8"?>
<p:tagLst xmlns:p="http://schemas.openxmlformats.org/presentationml/2006/main">
  <p:tag name="KSO_WM_BEAUTIFY_FLAG" val=""/>
</p:tagLst>
</file>

<file path=ppt/tags/tag1314.xml><?xml version="1.0" encoding="utf-8"?>
<p:tagLst xmlns:p="http://schemas.openxmlformats.org/presentationml/2006/main">
  <p:tag name="KSO_WM_BEAUTIFY_FLAG" val=""/>
</p:tagLst>
</file>

<file path=ppt/tags/tag1315.xml><?xml version="1.0" encoding="utf-8"?>
<p:tagLst xmlns:p="http://schemas.openxmlformats.org/presentationml/2006/main">
  <p:tag name="KSO_WM_BEAUTIFY_FLAG" val=""/>
</p:tagLst>
</file>

<file path=ppt/tags/tag1316.xml><?xml version="1.0" encoding="utf-8"?>
<p:tagLst xmlns:p="http://schemas.openxmlformats.org/presentationml/2006/main">
  <p:tag name="KSO_WM_BEAUTIFY_FLAG" val=""/>
</p:tagLst>
</file>

<file path=ppt/tags/tag1317.xml><?xml version="1.0" encoding="utf-8"?>
<p:tagLst xmlns:p="http://schemas.openxmlformats.org/presentationml/2006/main">
  <p:tag name="KSO_WM_BEAUTIFY_FLAG" val=""/>
</p:tagLst>
</file>

<file path=ppt/tags/tag1318.xml><?xml version="1.0" encoding="utf-8"?>
<p:tagLst xmlns:p="http://schemas.openxmlformats.org/presentationml/2006/main">
  <p:tag name="KSO_WM_BEAUTIFY_FLAG" val=""/>
</p:tagLst>
</file>

<file path=ppt/tags/tag1319.xml><?xml version="1.0" encoding="utf-8"?>
<p:tagLst xmlns:p="http://schemas.openxmlformats.org/presentationml/2006/main">
  <p:tag name="KSO_WM_BEAUTIFY_FLAG" val=""/>
</p:tagLst>
</file>

<file path=ppt/tags/tag1320.xml><?xml version="1.0" encoding="utf-8"?>
<p:tagLst xmlns:p="http://schemas.openxmlformats.org/presentationml/2006/main">
  <p:tag name="KSO_WM_BEAUTIFY_FLAG" val=""/>
</p:tagLst>
</file>

<file path=ppt/tags/tag1321.xml><?xml version="1.0" encoding="utf-8"?>
<p:tagLst xmlns:p="http://schemas.openxmlformats.org/presentationml/2006/main">
  <p:tag name="KSO_WM_BEAUTIFY_FLAG" val=""/>
</p:tagLst>
</file>

<file path=ppt/tags/tag1322.xml><?xml version="1.0" encoding="utf-8"?>
<p:tagLst xmlns:p="http://schemas.openxmlformats.org/presentationml/2006/main">
  <p:tag name="KSO_WM_BEAUTIFY_FLAG" val=""/>
</p:tagLst>
</file>

<file path=ppt/tags/tag1323.xml><?xml version="1.0" encoding="utf-8"?>
<p:tagLst xmlns:p="http://schemas.openxmlformats.org/presentationml/2006/main">
  <p:tag name="KSO_WM_BEAUTIFY_FLAG" val=""/>
</p:tagLst>
</file>

<file path=ppt/tags/tag1324.xml><?xml version="1.0" encoding="utf-8"?>
<p:tagLst xmlns:p="http://schemas.openxmlformats.org/presentationml/2006/main">
  <p:tag name="KSO_WM_BEAUTIFY_FLAG" val=""/>
</p:tagLst>
</file>

<file path=ppt/tags/tag1325.xml><?xml version="1.0" encoding="utf-8"?>
<p:tagLst xmlns:p="http://schemas.openxmlformats.org/presentationml/2006/main">
  <p:tag name="KSO_WM_BEAUTIFY_FLAG" val=""/>
</p:tagLst>
</file>

<file path=ppt/tags/tag1326.xml><?xml version="1.0" encoding="utf-8"?>
<p:tagLst xmlns:p="http://schemas.openxmlformats.org/presentationml/2006/main">
  <p:tag name="KSO_WM_BEAUTIFY_FLAG" val=""/>
</p:tagLst>
</file>

<file path=ppt/tags/tag1327.xml><?xml version="1.0" encoding="utf-8"?>
<p:tagLst xmlns:p="http://schemas.openxmlformats.org/presentationml/2006/main">
  <p:tag name="KSO_WM_BEAUTIFY_FLAG" val=""/>
</p:tagLst>
</file>

<file path=ppt/tags/tag1328.xml><?xml version="1.0" encoding="utf-8"?>
<p:tagLst xmlns:p="http://schemas.openxmlformats.org/presentationml/2006/main">
  <p:tag name="KSO_WM_BEAUTIFY_FLAG" val=""/>
</p:tagLst>
</file>

<file path=ppt/tags/tag1329.xml><?xml version="1.0" encoding="utf-8"?>
<p:tagLst xmlns:p="http://schemas.openxmlformats.org/presentationml/2006/main">
  <p:tag name="KSO_WM_BEAUTIFY_FLAG" val=""/>
</p:tagLst>
</file>

<file path=ppt/tags/tag1330.xml><?xml version="1.0" encoding="utf-8"?>
<p:tagLst xmlns:p="http://schemas.openxmlformats.org/presentationml/2006/main">
  <p:tag name="KSO_WM_BEAUTIFY_FLAG" val=""/>
</p:tagLst>
</file>

<file path=ppt/tags/tag1331.xml><?xml version="1.0" encoding="utf-8"?>
<p:tagLst xmlns:p="http://schemas.openxmlformats.org/presentationml/2006/main">
  <p:tag name="KSO_WM_BEAUTIFY_FLAG" val=""/>
</p:tagLst>
</file>

<file path=ppt/tags/tag1332.xml><?xml version="1.0" encoding="utf-8"?>
<p:tagLst xmlns:p="http://schemas.openxmlformats.org/presentationml/2006/main">
  <p:tag name="KSO_WM_BEAUTIFY_FLAG" val=""/>
</p:tagLst>
</file>

<file path=ppt/tags/tag1333.xml><?xml version="1.0" encoding="utf-8"?>
<p:tagLst xmlns:p="http://schemas.openxmlformats.org/presentationml/2006/main">
  <p:tag name="KSO_WM_BEAUTIFY_FLAG" val=""/>
</p:tagLst>
</file>

<file path=ppt/tags/tag1334.xml><?xml version="1.0" encoding="utf-8"?>
<p:tagLst xmlns:p="http://schemas.openxmlformats.org/presentationml/2006/main">
  <p:tag name="KSO_WM_BEAUTIFY_FLAG" val=""/>
</p:tagLst>
</file>

<file path=ppt/tags/tag1335.xml><?xml version="1.0" encoding="utf-8"?>
<p:tagLst xmlns:p="http://schemas.openxmlformats.org/presentationml/2006/main">
  <p:tag name="KSO_WM_BEAUTIFY_FLAG" val=""/>
</p:tagLst>
</file>

<file path=ppt/tags/tag1336.xml><?xml version="1.0" encoding="utf-8"?>
<p:tagLst xmlns:p="http://schemas.openxmlformats.org/presentationml/2006/main">
  <p:tag name="KSO_WM_BEAUTIFY_FLAG" val=""/>
</p:tagLst>
</file>

<file path=ppt/tags/tag1337.xml><?xml version="1.0" encoding="utf-8"?>
<p:tagLst xmlns:p="http://schemas.openxmlformats.org/presentationml/2006/main">
  <p:tag name="KSO_WM_BEAUTIFY_FLAG" val=""/>
</p:tagLst>
</file>

<file path=ppt/tags/tag1338.xml><?xml version="1.0" encoding="utf-8"?>
<p:tagLst xmlns:p="http://schemas.openxmlformats.org/presentationml/2006/main">
  <p:tag name="KSO_WM_BEAUTIFY_FLAG" val=""/>
</p:tagLst>
</file>

<file path=ppt/tags/tag1339.xml><?xml version="1.0" encoding="utf-8"?>
<p:tagLst xmlns:p="http://schemas.openxmlformats.org/presentationml/2006/main">
  <p:tag name="KSO_WM_BEAUTIFY_FLAG" val=""/>
</p:tagLst>
</file>

<file path=ppt/tags/tag1340.xml><?xml version="1.0" encoding="utf-8"?>
<p:tagLst xmlns:p="http://schemas.openxmlformats.org/presentationml/2006/main">
  <p:tag name="KSO_WM_BEAUTIFY_FLAG" val=""/>
</p:tagLst>
</file>

<file path=ppt/tags/tag1341.xml><?xml version="1.0" encoding="utf-8"?>
<p:tagLst xmlns:p="http://schemas.openxmlformats.org/presentationml/2006/main">
  <p:tag name="commondata" val="eyJoZGlkIjoiZGFhOGUxOGY3NTc0OWFlNzFiNzA1MGEzOWQyOWU5YT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12570</Words>
  <Application>WPS 演示</Application>
  <PresentationFormat>宽屏</PresentationFormat>
  <Paragraphs>2215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Edge Runner</dc:creator>
  <cp:lastModifiedBy>fyx</cp:lastModifiedBy>
  <cp:revision>668</cp:revision>
  <dcterms:created xsi:type="dcterms:W3CDTF">2023-10-18T15:40:00Z</dcterms:created>
  <dcterms:modified xsi:type="dcterms:W3CDTF">2023-10-22T10:37:52Z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A534D43EC2B441918E054D0F5A68D6B4_12</vt:lpwstr>
  </property>
  <property fmtid="{D5CDD505-2E9C-101B-9397-08002B2CF9AE}" pid="3" name="KSOProductBuildVer">
    <vt:lpwstr>2052-12.1.0.15712</vt:lpwstr>
  </property>
</Properties>
</file>