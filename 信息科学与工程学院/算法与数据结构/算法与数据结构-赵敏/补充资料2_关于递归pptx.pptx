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1" r:id="rId2"/>
    <p:sldId id="353" r:id="rId3"/>
    <p:sldId id="398" r:id="rId4"/>
    <p:sldId id="399" r:id="rId5"/>
    <p:sldId id="289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3366FF"/>
    <a:srgbClr val="FEBD01"/>
    <a:srgbClr val="FC6495"/>
    <a:srgbClr val="00B0F0"/>
    <a:srgbClr val="FF0000"/>
    <a:srgbClr val="4BA9C3"/>
    <a:srgbClr val="8FC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299" autoAdjust="0"/>
  </p:normalViewPr>
  <p:slideViewPr>
    <p:cSldViewPr snapToGrid="0" showGuides="1">
      <p:cViewPr varScale="1">
        <p:scale>
          <a:sx n="55" d="100"/>
          <a:sy n="55" d="100"/>
        </p:scale>
        <p:origin x="46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12333-29BF-4658-8F4E-EDB611A1387E}" type="datetimeFigureOut">
              <a:rPr lang="zh-CN" altLang="en-US" smtClean="0"/>
              <a:t>2022/9/2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6A813-2E9A-4513-B7D8-91B578B72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3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13DF842-615D-4186-9B0F-908F89356961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charset="-122"/>
              </a:rPr>
              <a:t>在</a:t>
            </a:r>
            <a:r>
              <a:rPr lang="en-US" altLang="zh-CN" dirty="0">
                <a:ea typeface="宋体" charset="-122"/>
              </a:rPr>
              <a:t>C</a:t>
            </a:r>
            <a:r>
              <a:rPr lang="zh-CN" altLang="en-US" dirty="0">
                <a:ea typeface="宋体" charset="-122"/>
              </a:rPr>
              <a:t>中不允许函数中再定义函数，即不允许函数嵌套定义。但是，在</a:t>
            </a:r>
            <a:r>
              <a:rPr lang="en-US" altLang="zh-CN" dirty="0">
                <a:ea typeface="宋体" charset="-122"/>
              </a:rPr>
              <a:t>C</a:t>
            </a:r>
            <a:r>
              <a:rPr lang="zh-CN" altLang="en-US" dirty="0">
                <a:ea typeface="宋体" charset="-122"/>
              </a:rPr>
              <a:t>中允许函数递归调用，即允许一函数在定义中调用它自己。</a:t>
            </a:r>
          </a:p>
          <a:p>
            <a:pPr eaLnBrk="1" hangingPunct="1"/>
            <a:r>
              <a:rPr lang="zh-CN" altLang="en-US" dirty="0">
                <a:ea typeface="宋体" charset="-122"/>
              </a:rPr>
              <a:t>函数的递归调用可使一个程序变得简洁，以提高程序的可读性，但递归调用 并不加快速度，由于递归调用过程中要进行栈处理，它把一些中间的数据放置到堆栈空间中去，因此要增加一些存贮空间。</a:t>
            </a:r>
          </a:p>
          <a:p>
            <a:pPr eaLnBrk="1" hangingPunct="1"/>
            <a:endParaRPr lang="zh-CN" altLang="en-US" dirty="0">
              <a:ea typeface="宋体" charset="-122"/>
            </a:endParaRPr>
          </a:p>
          <a:p>
            <a:pPr eaLnBrk="1" hangingPunct="1"/>
            <a:r>
              <a:rPr lang="zh-CN" altLang="en-US" dirty="0">
                <a:ea typeface="宋体" charset="-122"/>
              </a:rPr>
              <a:t>为了防止递归调用无终止地进行，必须在函数内有终止递归调用的手段。常用的办法是加条件判断，满足某种条件后就不再作递归调用，然后逐层返回。 </a:t>
            </a:r>
          </a:p>
        </p:txBody>
      </p:sp>
    </p:spTree>
    <p:extLst>
      <p:ext uri="{BB962C8B-B14F-4D97-AF65-F5344CB8AC3E}">
        <p14:creationId xmlns:p14="http://schemas.microsoft.com/office/powerpoint/2010/main" val="2137033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621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773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5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309144" y="2029636"/>
            <a:ext cx="1690688" cy="1690688"/>
          </a:xfrm>
          <a:custGeom>
            <a:avLst/>
            <a:gdLst>
              <a:gd name="connsiteX0" fmla="*/ 845344 w 1690688"/>
              <a:gd name="connsiteY0" fmla="*/ 0 h 1690688"/>
              <a:gd name="connsiteX1" fmla="*/ 1690688 w 1690688"/>
              <a:gd name="connsiteY1" fmla="*/ 845344 h 1690688"/>
              <a:gd name="connsiteX2" fmla="*/ 845344 w 1690688"/>
              <a:gd name="connsiteY2" fmla="*/ 1690688 h 1690688"/>
              <a:gd name="connsiteX3" fmla="*/ 0 w 1690688"/>
              <a:gd name="connsiteY3" fmla="*/ 845344 h 1690688"/>
              <a:gd name="connsiteX4" fmla="*/ 845344 w 1690688"/>
              <a:gd name="connsiteY4" fmla="*/ 0 h 169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0688" h="1690688">
                <a:moveTo>
                  <a:pt x="845344" y="0"/>
                </a:moveTo>
                <a:cubicBezTo>
                  <a:pt x="1312215" y="0"/>
                  <a:pt x="1690688" y="378473"/>
                  <a:pt x="1690688" y="845344"/>
                </a:cubicBezTo>
                <a:cubicBezTo>
                  <a:pt x="1690688" y="1312215"/>
                  <a:pt x="1312215" y="1690688"/>
                  <a:pt x="845344" y="1690688"/>
                </a:cubicBezTo>
                <a:cubicBezTo>
                  <a:pt x="378473" y="1690688"/>
                  <a:pt x="0" y="1312215"/>
                  <a:pt x="0" y="845344"/>
                </a:cubicBezTo>
                <a:cubicBezTo>
                  <a:pt x="0" y="378473"/>
                  <a:pt x="378473" y="0"/>
                  <a:pt x="845344" y="0"/>
                </a:cubicBezTo>
                <a:close/>
              </a:path>
            </a:pathLst>
          </a:custGeom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7192169" y="2029636"/>
            <a:ext cx="1690688" cy="1690688"/>
          </a:xfrm>
          <a:custGeom>
            <a:avLst/>
            <a:gdLst>
              <a:gd name="connsiteX0" fmla="*/ 845344 w 1690688"/>
              <a:gd name="connsiteY0" fmla="*/ 0 h 1690688"/>
              <a:gd name="connsiteX1" fmla="*/ 1690688 w 1690688"/>
              <a:gd name="connsiteY1" fmla="*/ 845344 h 1690688"/>
              <a:gd name="connsiteX2" fmla="*/ 845344 w 1690688"/>
              <a:gd name="connsiteY2" fmla="*/ 1690688 h 1690688"/>
              <a:gd name="connsiteX3" fmla="*/ 0 w 1690688"/>
              <a:gd name="connsiteY3" fmla="*/ 845344 h 1690688"/>
              <a:gd name="connsiteX4" fmla="*/ 845344 w 1690688"/>
              <a:gd name="connsiteY4" fmla="*/ 0 h 169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0688" h="1690688">
                <a:moveTo>
                  <a:pt x="845344" y="0"/>
                </a:moveTo>
                <a:cubicBezTo>
                  <a:pt x="1312215" y="0"/>
                  <a:pt x="1690688" y="378473"/>
                  <a:pt x="1690688" y="845344"/>
                </a:cubicBezTo>
                <a:cubicBezTo>
                  <a:pt x="1690688" y="1312215"/>
                  <a:pt x="1312215" y="1690688"/>
                  <a:pt x="845344" y="1690688"/>
                </a:cubicBezTo>
                <a:cubicBezTo>
                  <a:pt x="378473" y="1690688"/>
                  <a:pt x="0" y="1312215"/>
                  <a:pt x="0" y="845344"/>
                </a:cubicBezTo>
                <a:cubicBezTo>
                  <a:pt x="0" y="378473"/>
                  <a:pt x="378473" y="0"/>
                  <a:pt x="845344" y="0"/>
                </a:cubicBezTo>
                <a:close/>
              </a:path>
            </a:pathLst>
          </a:custGeom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3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309622" y="1880176"/>
            <a:ext cx="9462483" cy="3300980"/>
          </a:xfrm>
          <a:custGeom>
            <a:avLst/>
            <a:gdLst>
              <a:gd name="connsiteX0" fmla="*/ 8321436 w 9462483"/>
              <a:gd name="connsiteY0" fmla="*/ 2246028 h 3300980"/>
              <a:gd name="connsiteX1" fmla="*/ 9378424 w 9462483"/>
              <a:gd name="connsiteY1" fmla="*/ 2246028 h 3300980"/>
              <a:gd name="connsiteX2" fmla="*/ 9462483 w 9462483"/>
              <a:gd name="connsiteY2" fmla="*/ 2330087 h 3300980"/>
              <a:gd name="connsiteX3" fmla="*/ 9462483 w 9462483"/>
              <a:gd name="connsiteY3" fmla="*/ 3216922 h 3300980"/>
              <a:gd name="connsiteX4" fmla="*/ 9378424 w 9462483"/>
              <a:gd name="connsiteY4" fmla="*/ 3300980 h 3300980"/>
              <a:gd name="connsiteX5" fmla="*/ 8321436 w 9462483"/>
              <a:gd name="connsiteY5" fmla="*/ 3300980 h 3300980"/>
              <a:gd name="connsiteX6" fmla="*/ 8237378 w 9462483"/>
              <a:gd name="connsiteY6" fmla="*/ 3216922 h 3300980"/>
              <a:gd name="connsiteX7" fmla="*/ 8237378 w 9462483"/>
              <a:gd name="connsiteY7" fmla="*/ 2330087 h 3300980"/>
              <a:gd name="connsiteX8" fmla="*/ 8321436 w 9462483"/>
              <a:gd name="connsiteY8" fmla="*/ 2246028 h 3300980"/>
              <a:gd name="connsiteX9" fmla="*/ 6948864 w 9462483"/>
              <a:gd name="connsiteY9" fmla="*/ 2246028 h 3300980"/>
              <a:gd name="connsiteX10" fmla="*/ 8005852 w 9462483"/>
              <a:gd name="connsiteY10" fmla="*/ 2246028 h 3300980"/>
              <a:gd name="connsiteX11" fmla="*/ 8089911 w 9462483"/>
              <a:gd name="connsiteY11" fmla="*/ 2330087 h 3300980"/>
              <a:gd name="connsiteX12" fmla="*/ 8089911 w 9462483"/>
              <a:gd name="connsiteY12" fmla="*/ 3216922 h 3300980"/>
              <a:gd name="connsiteX13" fmla="*/ 8005852 w 9462483"/>
              <a:gd name="connsiteY13" fmla="*/ 3300980 h 3300980"/>
              <a:gd name="connsiteX14" fmla="*/ 6948864 w 9462483"/>
              <a:gd name="connsiteY14" fmla="*/ 3300980 h 3300980"/>
              <a:gd name="connsiteX15" fmla="*/ 6864805 w 9462483"/>
              <a:gd name="connsiteY15" fmla="*/ 3216922 h 3300980"/>
              <a:gd name="connsiteX16" fmla="*/ 6864805 w 9462483"/>
              <a:gd name="connsiteY16" fmla="*/ 2330087 h 3300980"/>
              <a:gd name="connsiteX17" fmla="*/ 6948864 w 9462483"/>
              <a:gd name="connsiteY17" fmla="*/ 2246028 h 3300980"/>
              <a:gd name="connsiteX18" fmla="*/ 5564622 w 9462483"/>
              <a:gd name="connsiteY18" fmla="*/ 2246028 h 3300980"/>
              <a:gd name="connsiteX19" fmla="*/ 6621610 w 9462483"/>
              <a:gd name="connsiteY19" fmla="*/ 2246028 h 3300980"/>
              <a:gd name="connsiteX20" fmla="*/ 6705669 w 9462483"/>
              <a:gd name="connsiteY20" fmla="*/ 2330087 h 3300980"/>
              <a:gd name="connsiteX21" fmla="*/ 6705669 w 9462483"/>
              <a:gd name="connsiteY21" fmla="*/ 3216921 h 3300980"/>
              <a:gd name="connsiteX22" fmla="*/ 6621610 w 9462483"/>
              <a:gd name="connsiteY22" fmla="*/ 3300980 h 3300980"/>
              <a:gd name="connsiteX23" fmla="*/ 5564622 w 9462483"/>
              <a:gd name="connsiteY23" fmla="*/ 3300980 h 3300980"/>
              <a:gd name="connsiteX24" fmla="*/ 5480563 w 9462483"/>
              <a:gd name="connsiteY24" fmla="*/ 3216921 h 3300980"/>
              <a:gd name="connsiteX25" fmla="*/ 5480563 w 9462483"/>
              <a:gd name="connsiteY25" fmla="*/ 2330087 h 3300980"/>
              <a:gd name="connsiteX26" fmla="*/ 5564622 w 9462483"/>
              <a:gd name="connsiteY26" fmla="*/ 2246028 h 3300980"/>
              <a:gd name="connsiteX27" fmla="*/ 4205665 w 9462483"/>
              <a:gd name="connsiteY27" fmla="*/ 2246028 h 3300980"/>
              <a:gd name="connsiteX28" fmla="*/ 5262653 w 9462483"/>
              <a:gd name="connsiteY28" fmla="*/ 2246028 h 3300980"/>
              <a:gd name="connsiteX29" fmla="*/ 5346712 w 9462483"/>
              <a:gd name="connsiteY29" fmla="*/ 2330087 h 3300980"/>
              <a:gd name="connsiteX30" fmla="*/ 5346712 w 9462483"/>
              <a:gd name="connsiteY30" fmla="*/ 3216921 h 3300980"/>
              <a:gd name="connsiteX31" fmla="*/ 5262653 w 9462483"/>
              <a:gd name="connsiteY31" fmla="*/ 3300980 h 3300980"/>
              <a:gd name="connsiteX32" fmla="*/ 4205665 w 9462483"/>
              <a:gd name="connsiteY32" fmla="*/ 3300980 h 3300980"/>
              <a:gd name="connsiteX33" fmla="*/ 4121606 w 9462483"/>
              <a:gd name="connsiteY33" fmla="*/ 3216921 h 3300980"/>
              <a:gd name="connsiteX34" fmla="*/ 4121606 w 9462483"/>
              <a:gd name="connsiteY34" fmla="*/ 2330087 h 3300980"/>
              <a:gd name="connsiteX35" fmla="*/ 4205665 w 9462483"/>
              <a:gd name="connsiteY35" fmla="*/ 2246028 h 3300980"/>
              <a:gd name="connsiteX36" fmla="*/ 8321436 w 9462483"/>
              <a:gd name="connsiteY36" fmla="*/ 1123014 h 3300980"/>
              <a:gd name="connsiteX37" fmla="*/ 9378424 w 9462483"/>
              <a:gd name="connsiteY37" fmla="*/ 1123014 h 3300980"/>
              <a:gd name="connsiteX38" fmla="*/ 9462483 w 9462483"/>
              <a:gd name="connsiteY38" fmla="*/ 1207073 h 3300980"/>
              <a:gd name="connsiteX39" fmla="*/ 9462483 w 9462483"/>
              <a:gd name="connsiteY39" fmla="*/ 2093908 h 3300980"/>
              <a:gd name="connsiteX40" fmla="*/ 9378424 w 9462483"/>
              <a:gd name="connsiteY40" fmla="*/ 2177966 h 3300980"/>
              <a:gd name="connsiteX41" fmla="*/ 8321436 w 9462483"/>
              <a:gd name="connsiteY41" fmla="*/ 2177966 h 3300980"/>
              <a:gd name="connsiteX42" fmla="*/ 8237378 w 9462483"/>
              <a:gd name="connsiteY42" fmla="*/ 2093908 h 3300980"/>
              <a:gd name="connsiteX43" fmla="*/ 8237378 w 9462483"/>
              <a:gd name="connsiteY43" fmla="*/ 1207073 h 3300980"/>
              <a:gd name="connsiteX44" fmla="*/ 8321436 w 9462483"/>
              <a:gd name="connsiteY44" fmla="*/ 1123014 h 3300980"/>
              <a:gd name="connsiteX45" fmla="*/ 6948864 w 9462483"/>
              <a:gd name="connsiteY45" fmla="*/ 1123014 h 3300980"/>
              <a:gd name="connsiteX46" fmla="*/ 8005852 w 9462483"/>
              <a:gd name="connsiteY46" fmla="*/ 1123014 h 3300980"/>
              <a:gd name="connsiteX47" fmla="*/ 8089911 w 9462483"/>
              <a:gd name="connsiteY47" fmla="*/ 1207073 h 3300980"/>
              <a:gd name="connsiteX48" fmla="*/ 8089911 w 9462483"/>
              <a:gd name="connsiteY48" fmla="*/ 2093908 h 3300980"/>
              <a:gd name="connsiteX49" fmla="*/ 8005852 w 9462483"/>
              <a:gd name="connsiteY49" fmla="*/ 2177966 h 3300980"/>
              <a:gd name="connsiteX50" fmla="*/ 6948864 w 9462483"/>
              <a:gd name="connsiteY50" fmla="*/ 2177966 h 3300980"/>
              <a:gd name="connsiteX51" fmla="*/ 6864805 w 9462483"/>
              <a:gd name="connsiteY51" fmla="*/ 2093908 h 3300980"/>
              <a:gd name="connsiteX52" fmla="*/ 6864805 w 9462483"/>
              <a:gd name="connsiteY52" fmla="*/ 1207073 h 3300980"/>
              <a:gd name="connsiteX53" fmla="*/ 6948864 w 9462483"/>
              <a:gd name="connsiteY53" fmla="*/ 1123014 h 3300980"/>
              <a:gd name="connsiteX54" fmla="*/ 5576292 w 9462483"/>
              <a:gd name="connsiteY54" fmla="*/ 1123014 h 3300980"/>
              <a:gd name="connsiteX55" fmla="*/ 6633280 w 9462483"/>
              <a:gd name="connsiteY55" fmla="*/ 1123014 h 3300980"/>
              <a:gd name="connsiteX56" fmla="*/ 6717339 w 9462483"/>
              <a:gd name="connsiteY56" fmla="*/ 1207073 h 3300980"/>
              <a:gd name="connsiteX57" fmla="*/ 6717339 w 9462483"/>
              <a:gd name="connsiteY57" fmla="*/ 2093908 h 3300980"/>
              <a:gd name="connsiteX58" fmla="*/ 6633280 w 9462483"/>
              <a:gd name="connsiteY58" fmla="*/ 2177966 h 3300980"/>
              <a:gd name="connsiteX59" fmla="*/ 5576292 w 9462483"/>
              <a:gd name="connsiteY59" fmla="*/ 2177966 h 3300980"/>
              <a:gd name="connsiteX60" fmla="*/ 5492233 w 9462483"/>
              <a:gd name="connsiteY60" fmla="*/ 2093908 h 3300980"/>
              <a:gd name="connsiteX61" fmla="*/ 5492233 w 9462483"/>
              <a:gd name="connsiteY61" fmla="*/ 1207073 h 3300980"/>
              <a:gd name="connsiteX62" fmla="*/ 5576292 w 9462483"/>
              <a:gd name="connsiteY62" fmla="*/ 1123014 h 3300980"/>
              <a:gd name="connsiteX63" fmla="*/ 4203721 w 9462483"/>
              <a:gd name="connsiteY63" fmla="*/ 1123014 h 3300980"/>
              <a:gd name="connsiteX64" fmla="*/ 5260708 w 9462483"/>
              <a:gd name="connsiteY64" fmla="*/ 1123014 h 3300980"/>
              <a:gd name="connsiteX65" fmla="*/ 5344767 w 9462483"/>
              <a:gd name="connsiteY65" fmla="*/ 1207073 h 3300980"/>
              <a:gd name="connsiteX66" fmla="*/ 5344767 w 9462483"/>
              <a:gd name="connsiteY66" fmla="*/ 2093908 h 3300980"/>
              <a:gd name="connsiteX67" fmla="*/ 5260708 w 9462483"/>
              <a:gd name="connsiteY67" fmla="*/ 2177966 h 3300980"/>
              <a:gd name="connsiteX68" fmla="*/ 4203721 w 9462483"/>
              <a:gd name="connsiteY68" fmla="*/ 2177966 h 3300980"/>
              <a:gd name="connsiteX69" fmla="*/ 4119661 w 9462483"/>
              <a:gd name="connsiteY69" fmla="*/ 2093908 h 3300980"/>
              <a:gd name="connsiteX70" fmla="*/ 4119661 w 9462483"/>
              <a:gd name="connsiteY70" fmla="*/ 1207073 h 3300980"/>
              <a:gd name="connsiteX71" fmla="*/ 4203721 w 9462483"/>
              <a:gd name="connsiteY71" fmla="*/ 1123014 h 3300980"/>
              <a:gd name="connsiteX72" fmla="*/ 2831148 w 9462483"/>
              <a:gd name="connsiteY72" fmla="*/ 1123014 h 3300980"/>
              <a:gd name="connsiteX73" fmla="*/ 3888136 w 9462483"/>
              <a:gd name="connsiteY73" fmla="*/ 1123014 h 3300980"/>
              <a:gd name="connsiteX74" fmla="*/ 3972195 w 9462483"/>
              <a:gd name="connsiteY74" fmla="*/ 1207073 h 3300980"/>
              <a:gd name="connsiteX75" fmla="*/ 3972195 w 9462483"/>
              <a:gd name="connsiteY75" fmla="*/ 2093908 h 3300980"/>
              <a:gd name="connsiteX76" fmla="*/ 3888136 w 9462483"/>
              <a:gd name="connsiteY76" fmla="*/ 2177966 h 3300980"/>
              <a:gd name="connsiteX77" fmla="*/ 2831148 w 9462483"/>
              <a:gd name="connsiteY77" fmla="*/ 2177966 h 3300980"/>
              <a:gd name="connsiteX78" fmla="*/ 2747090 w 9462483"/>
              <a:gd name="connsiteY78" fmla="*/ 2093908 h 3300980"/>
              <a:gd name="connsiteX79" fmla="*/ 2747090 w 9462483"/>
              <a:gd name="connsiteY79" fmla="*/ 1207073 h 3300980"/>
              <a:gd name="connsiteX80" fmla="*/ 2831148 w 9462483"/>
              <a:gd name="connsiteY80" fmla="*/ 1123014 h 3300980"/>
              <a:gd name="connsiteX81" fmla="*/ 1458577 w 9462483"/>
              <a:gd name="connsiteY81" fmla="*/ 1113286 h 3300980"/>
              <a:gd name="connsiteX82" fmla="*/ 2515565 w 9462483"/>
              <a:gd name="connsiteY82" fmla="*/ 1113286 h 3300980"/>
              <a:gd name="connsiteX83" fmla="*/ 2599624 w 9462483"/>
              <a:gd name="connsiteY83" fmla="*/ 1197345 h 3300980"/>
              <a:gd name="connsiteX84" fmla="*/ 2599624 w 9462483"/>
              <a:gd name="connsiteY84" fmla="*/ 2084179 h 3300980"/>
              <a:gd name="connsiteX85" fmla="*/ 2515565 w 9462483"/>
              <a:gd name="connsiteY85" fmla="*/ 2168238 h 3300980"/>
              <a:gd name="connsiteX86" fmla="*/ 1458577 w 9462483"/>
              <a:gd name="connsiteY86" fmla="*/ 2168238 h 3300980"/>
              <a:gd name="connsiteX87" fmla="*/ 1374519 w 9462483"/>
              <a:gd name="connsiteY87" fmla="*/ 2084179 h 3300980"/>
              <a:gd name="connsiteX88" fmla="*/ 1374519 w 9462483"/>
              <a:gd name="connsiteY88" fmla="*/ 1197345 h 3300980"/>
              <a:gd name="connsiteX89" fmla="*/ 1458577 w 9462483"/>
              <a:gd name="connsiteY89" fmla="*/ 1113286 h 3300980"/>
              <a:gd name="connsiteX90" fmla="*/ 96690 w 9462483"/>
              <a:gd name="connsiteY90" fmla="*/ 1113286 h 3300980"/>
              <a:gd name="connsiteX91" fmla="*/ 1153678 w 9462483"/>
              <a:gd name="connsiteY91" fmla="*/ 1113286 h 3300980"/>
              <a:gd name="connsiteX92" fmla="*/ 1237737 w 9462483"/>
              <a:gd name="connsiteY92" fmla="*/ 1197345 h 3300980"/>
              <a:gd name="connsiteX93" fmla="*/ 1237737 w 9462483"/>
              <a:gd name="connsiteY93" fmla="*/ 2084179 h 3300980"/>
              <a:gd name="connsiteX94" fmla="*/ 1153678 w 9462483"/>
              <a:gd name="connsiteY94" fmla="*/ 2168238 h 3300980"/>
              <a:gd name="connsiteX95" fmla="*/ 96690 w 9462483"/>
              <a:gd name="connsiteY95" fmla="*/ 2168238 h 3300980"/>
              <a:gd name="connsiteX96" fmla="*/ 12631 w 9462483"/>
              <a:gd name="connsiteY96" fmla="*/ 2084179 h 3300980"/>
              <a:gd name="connsiteX97" fmla="*/ 12631 w 9462483"/>
              <a:gd name="connsiteY97" fmla="*/ 1197345 h 3300980"/>
              <a:gd name="connsiteX98" fmla="*/ 96690 w 9462483"/>
              <a:gd name="connsiteY98" fmla="*/ 1113286 h 3300980"/>
              <a:gd name="connsiteX99" fmla="*/ 8321436 w 9462483"/>
              <a:gd name="connsiteY99" fmla="*/ 0 h 3300980"/>
              <a:gd name="connsiteX100" fmla="*/ 9378424 w 9462483"/>
              <a:gd name="connsiteY100" fmla="*/ 0 h 3300980"/>
              <a:gd name="connsiteX101" fmla="*/ 9462483 w 9462483"/>
              <a:gd name="connsiteY101" fmla="*/ 84059 h 3300980"/>
              <a:gd name="connsiteX102" fmla="*/ 9462483 w 9462483"/>
              <a:gd name="connsiteY102" fmla="*/ 970893 h 3300980"/>
              <a:gd name="connsiteX103" fmla="*/ 9378424 w 9462483"/>
              <a:gd name="connsiteY103" fmla="*/ 1054952 h 3300980"/>
              <a:gd name="connsiteX104" fmla="*/ 8321436 w 9462483"/>
              <a:gd name="connsiteY104" fmla="*/ 1054952 h 3300980"/>
              <a:gd name="connsiteX105" fmla="*/ 8237378 w 9462483"/>
              <a:gd name="connsiteY105" fmla="*/ 970893 h 3300980"/>
              <a:gd name="connsiteX106" fmla="*/ 8237378 w 9462483"/>
              <a:gd name="connsiteY106" fmla="*/ 84059 h 3300980"/>
              <a:gd name="connsiteX107" fmla="*/ 8321436 w 9462483"/>
              <a:gd name="connsiteY107" fmla="*/ 0 h 3300980"/>
              <a:gd name="connsiteX108" fmla="*/ 6948864 w 9462483"/>
              <a:gd name="connsiteY108" fmla="*/ 0 h 3300980"/>
              <a:gd name="connsiteX109" fmla="*/ 8005852 w 9462483"/>
              <a:gd name="connsiteY109" fmla="*/ 0 h 3300980"/>
              <a:gd name="connsiteX110" fmla="*/ 8089911 w 9462483"/>
              <a:gd name="connsiteY110" fmla="*/ 84059 h 3300980"/>
              <a:gd name="connsiteX111" fmla="*/ 8089911 w 9462483"/>
              <a:gd name="connsiteY111" fmla="*/ 970893 h 3300980"/>
              <a:gd name="connsiteX112" fmla="*/ 8005852 w 9462483"/>
              <a:gd name="connsiteY112" fmla="*/ 1054952 h 3300980"/>
              <a:gd name="connsiteX113" fmla="*/ 6948864 w 9462483"/>
              <a:gd name="connsiteY113" fmla="*/ 1054952 h 3300980"/>
              <a:gd name="connsiteX114" fmla="*/ 6864805 w 9462483"/>
              <a:gd name="connsiteY114" fmla="*/ 970893 h 3300980"/>
              <a:gd name="connsiteX115" fmla="*/ 6864805 w 9462483"/>
              <a:gd name="connsiteY115" fmla="*/ 84059 h 3300980"/>
              <a:gd name="connsiteX116" fmla="*/ 6948864 w 9462483"/>
              <a:gd name="connsiteY116" fmla="*/ 0 h 3300980"/>
              <a:gd name="connsiteX117" fmla="*/ 5576292 w 9462483"/>
              <a:gd name="connsiteY117" fmla="*/ 0 h 3300980"/>
              <a:gd name="connsiteX118" fmla="*/ 6633280 w 9462483"/>
              <a:gd name="connsiteY118" fmla="*/ 0 h 3300980"/>
              <a:gd name="connsiteX119" fmla="*/ 6717339 w 9462483"/>
              <a:gd name="connsiteY119" fmla="*/ 84059 h 3300980"/>
              <a:gd name="connsiteX120" fmla="*/ 6717339 w 9462483"/>
              <a:gd name="connsiteY120" fmla="*/ 970893 h 3300980"/>
              <a:gd name="connsiteX121" fmla="*/ 6633280 w 9462483"/>
              <a:gd name="connsiteY121" fmla="*/ 1054952 h 3300980"/>
              <a:gd name="connsiteX122" fmla="*/ 5576292 w 9462483"/>
              <a:gd name="connsiteY122" fmla="*/ 1054952 h 3300980"/>
              <a:gd name="connsiteX123" fmla="*/ 5492233 w 9462483"/>
              <a:gd name="connsiteY123" fmla="*/ 970893 h 3300980"/>
              <a:gd name="connsiteX124" fmla="*/ 5492233 w 9462483"/>
              <a:gd name="connsiteY124" fmla="*/ 84059 h 3300980"/>
              <a:gd name="connsiteX125" fmla="*/ 5576292 w 9462483"/>
              <a:gd name="connsiteY125" fmla="*/ 0 h 3300980"/>
              <a:gd name="connsiteX126" fmla="*/ 4203721 w 9462483"/>
              <a:gd name="connsiteY126" fmla="*/ 0 h 3300980"/>
              <a:gd name="connsiteX127" fmla="*/ 5260708 w 9462483"/>
              <a:gd name="connsiteY127" fmla="*/ 0 h 3300980"/>
              <a:gd name="connsiteX128" fmla="*/ 5344767 w 9462483"/>
              <a:gd name="connsiteY128" fmla="*/ 84059 h 3300980"/>
              <a:gd name="connsiteX129" fmla="*/ 5344767 w 9462483"/>
              <a:gd name="connsiteY129" fmla="*/ 970893 h 3300980"/>
              <a:gd name="connsiteX130" fmla="*/ 5260708 w 9462483"/>
              <a:gd name="connsiteY130" fmla="*/ 1054952 h 3300980"/>
              <a:gd name="connsiteX131" fmla="*/ 4203721 w 9462483"/>
              <a:gd name="connsiteY131" fmla="*/ 1054952 h 3300980"/>
              <a:gd name="connsiteX132" fmla="*/ 4119661 w 9462483"/>
              <a:gd name="connsiteY132" fmla="*/ 970893 h 3300980"/>
              <a:gd name="connsiteX133" fmla="*/ 4119661 w 9462483"/>
              <a:gd name="connsiteY133" fmla="*/ 84059 h 3300980"/>
              <a:gd name="connsiteX134" fmla="*/ 4203721 w 9462483"/>
              <a:gd name="connsiteY134" fmla="*/ 0 h 3300980"/>
              <a:gd name="connsiteX135" fmla="*/ 2831148 w 9462483"/>
              <a:gd name="connsiteY135" fmla="*/ 0 h 3300980"/>
              <a:gd name="connsiteX136" fmla="*/ 3888136 w 9462483"/>
              <a:gd name="connsiteY136" fmla="*/ 0 h 3300980"/>
              <a:gd name="connsiteX137" fmla="*/ 3972195 w 9462483"/>
              <a:gd name="connsiteY137" fmla="*/ 84059 h 3300980"/>
              <a:gd name="connsiteX138" fmla="*/ 3972195 w 9462483"/>
              <a:gd name="connsiteY138" fmla="*/ 970893 h 3300980"/>
              <a:gd name="connsiteX139" fmla="*/ 3888136 w 9462483"/>
              <a:gd name="connsiteY139" fmla="*/ 1054952 h 3300980"/>
              <a:gd name="connsiteX140" fmla="*/ 2831148 w 9462483"/>
              <a:gd name="connsiteY140" fmla="*/ 1054952 h 3300980"/>
              <a:gd name="connsiteX141" fmla="*/ 2747090 w 9462483"/>
              <a:gd name="connsiteY141" fmla="*/ 970893 h 3300980"/>
              <a:gd name="connsiteX142" fmla="*/ 2747090 w 9462483"/>
              <a:gd name="connsiteY142" fmla="*/ 84059 h 3300980"/>
              <a:gd name="connsiteX143" fmla="*/ 2831148 w 9462483"/>
              <a:gd name="connsiteY143" fmla="*/ 0 h 3300980"/>
              <a:gd name="connsiteX144" fmla="*/ 1458576 w 9462483"/>
              <a:gd name="connsiteY144" fmla="*/ 0 h 3300980"/>
              <a:gd name="connsiteX145" fmla="*/ 2515564 w 9462483"/>
              <a:gd name="connsiteY145" fmla="*/ 0 h 3300980"/>
              <a:gd name="connsiteX146" fmla="*/ 2599624 w 9462483"/>
              <a:gd name="connsiteY146" fmla="*/ 84059 h 3300980"/>
              <a:gd name="connsiteX147" fmla="*/ 2599624 w 9462483"/>
              <a:gd name="connsiteY147" fmla="*/ 970893 h 3300980"/>
              <a:gd name="connsiteX148" fmla="*/ 2515564 w 9462483"/>
              <a:gd name="connsiteY148" fmla="*/ 1054952 h 3300980"/>
              <a:gd name="connsiteX149" fmla="*/ 1458576 w 9462483"/>
              <a:gd name="connsiteY149" fmla="*/ 1054952 h 3300980"/>
              <a:gd name="connsiteX150" fmla="*/ 1374517 w 9462483"/>
              <a:gd name="connsiteY150" fmla="*/ 970893 h 3300980"/>
              <a:gd name="connsiteX151" fmla="*/ 1374517 w 9462483"/>
              <a:gd name="connsiteY151" fmla="*/ 84059 h 3300980"/>
              <a:gd name="connsiteX152" fmla="*/ 1458576 w 9462483"/>
              <a:gd name="connsiteY152" fmla="*/ 0 h 3300980"/>
              <a:gd name="connsiteX153" fmla="*/ 84059 w 9462483"/>
              <a:gd name="connsiteY153" fmla="*/ 0 h 3300980"/>
              <a:gd name="connsiteX154" fmla="*/ 1141047 w 9462483"/>
              <a:gd name="connsiteY154" fmla="*/ 0 h 3300980"/>
              <a:gd name="connsiteX155" fmla="*/ 1225106 w 9462483"/>
              <a:gd name="connsiteY155" fmla="*/ 84059 h 3300980"/>
              <a:gd name="connsiteX156" fmla="*/ 1225106 w 9462483"/>
              <a:gd name="connsiteY156" fmla="*/ 970893 h 3300980"/>
              <a:gd name="connsiteX157" fmla="*/ 1141047 w 9462483"/>
              <a:gd name="connsiteY157" fmla="*/ 1054952 h 3300980"/>
              <a:gd name="connsiteX158" fmla="*/ 84059 w 9462483"/>
              <a:gd name="connsiteY158" fmla="*/ 1054952 h 3300980"/>
              <a:gd name="connsiteX159" fmla="*/ 0 w 9462483"/>
              <a:gd name="connsiteY159" fmla="*/ 970893 h 3300980"/>
              <a:gd name="connsiteX160" fmla="*/ 0 w 9462483"/>
              <a:gd name="connsiteY160" fmla="*/ 84059 h 3300980"/>
              <a:gd name="connsiteX161" fmla="*/ 84059 w 9462483"/>
              <a:gd name="connsiteY161" fmla="*/ 0 h 330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9462483" h="3300980">
                <a:moveTo>
                  <a:pt x="8321436" y="2246028"/>
                </a:moveTo>
                <a:lnTo>
                  <a:pt x="9378424" y="2246028"/>
                </a:lnTo>
                <a:cubicBezTo>
                  <a:pt x="9424849" y="2246028"/>
                  <a:pt x="9462483" y="2283662"/>
                  <a:pt x="9462483" y="2330087"/>
                </a:cubicBezTo>
                <a:lnTo>
                  <a:pt x="9462483" y="3216922"/>
                </a:lnTo>
                <a:cubicBezTo>
                  <a:pt x="9462483" y="3263346"/>
                  <a:pt x="9424849" y="3300980"/>
                  <a:pt x="9378424" y="3300980"/>
                </a:cubicBezTo>
                <a:lnTo>
                  <a:pt x="8321436" y="3300980"/>
                </a:lnTo>
                <a:cubicBezTo>
                  <a:pt x="8275011" y="3300980"/>
                  <a:pt x="8237378" y="3263346"/>
                  <a:pt x="8237378" y="3216922"/>
                </a:cubicBezTo>
                <a:lnTo>
                  <a:pt x="8237378" y="2330087"/>
                </a:lnTo>
                <a:cubicBezTo>
                  <a:pt x="8237378" y="2283662"/>
                  <a:pt x="8275011" y="2246028"/>
                  <a:pt x="8321436" y="2246028"/>
                </a:cubicBezTo>
                <a:close/>
                <a:moveTo>
                  <a:pt x="6948864" y="2246028"/>
                </a:moveTo>
                <a:lnTo>
                  <a:pt x="8005852" y="2246028"/>
                </a:lnTo>
                <a:cubicBezTo>
                  <a:pt x="8052277" y="2246028"/>
                  <a:pt x="8089911" y="2283662"/>
                  <a:pt x="8089911" y="2330087"/>
                </a:cubicBezTo>
                <a:lnTo>
                  <a:pt x="8089911" y="3216922"/>
                </a:lnTo>
                <a:cubicBezTo>
                  <a:pt x="8089911" y="3263346"/>
                  <a:pt x="8052277" y="3300980"/>
                  <a:pt x="8005852" y="3300980"/>
                </a:cubicBezTo>
                <a:lnTo>
                  <a:pt x="6948864" y="3300980"/>
                </a:lnTo>
                <a:cubicBezTo>
                  <a:pt x="6902439" y="3300980"/>
                  <a:pt x="6864805" y="3263346"/>
                  <a:pt x="6864805" y="3216922"/>
                </a:cubicBezTo>
                <a:lnTo>
                  <a:pt x="6864805" y="2330087"/>
                </a:lnTo>
                <a:cubicBezTo>
                  <a:pt x="6864805" y="2283662"/>
                  <a:pt x="6902439" y="2246028"/>
                  <a:pt x="6948864" y="2246028"/>
                </a:cubicBezTo>
                <a:close/>
                <a:moveTo>
                  <a:pt x="5564622" y="2246028"/>
                </a:moveTo>
                <a:lnTo>
                  <a:pt x="6621610" y="2246028"/>
                </a:lnTo>
                <a:cubicBezTo>
                  <a:pt x="6668035" y="2246028"/>
                  <a:pt x="6705669" y="2283662"/>
                  <a:pt x="6705669" y="2330087"/>
                </a:cubicBezTo>
                <a:lnTo>
                  <a:pt x="6705669" y="3216921"/>
                </a:lnTo>
                <a:cubicBezTo>
                  <a:pt x="6705669" y="3263346"/>
                  <a:pt x="6668035" y="3300980"/>
                  <a:pt x="6621610" y="3300980"/>
                </a:cubicBezTo>
                <a:lnTo>
                  <a:pt x="5564622" y="3300980"/>
                </a:lnTo>
                <a:cubicBezTo>
                  <a:pt x="5518197" y="3300980"/>
                  <a:pt x="5480563" y="3263346"/>
                  <a:pt x="5480563" y="3216921"/>
                </a:cubicBezTo>
                <a:lnTo>
                  <a:pt x="5480563" y="2330087"/>
                </a:lnTo>
                <a:cubicBezTo>
                  <a:pt x="5480563" y="2283662"/>
                  <a:pt x="5518197" y="2246028"/>
                  <a:pt x="5564622" y="2246028"/>
                </a:cubicBezTo>
                <a:close/>
                <a:moveTo>
                  <a:pt x="4205665" y="2246028"/>
                </a:moveTo>
                <a:lnTo>
                  <a:pt x="5262653" y="2246028"/>
                </a:lnTo>
                <a:cubicBezTo>
                  <a:pt x="5309078" y="2246028"/>
                  <a:pt x="5346712" y="2283662"/>
                  <a:pt x="5346712" y="2330087"/>
                </a:cubicBezTo>
                <a:lnTo>
                  <a:pt x="5346712" y="3216921"/>
                </a:lnTo>
                <a:cubicBezTo>
                  <a:pt x="5346712" y="3263346"/>
                  <a:pt x="5309078" y="3300980"/>
                  <a:pt x="5262653" y="3300980"/>
                </a:cubicBezTo>
                <a:lnTo>
                  <a:pt x="4205665" y="3300980"/>
                </a:lnTo>
                <a:cubicBezTo>
                  <a:pt x="4159240" y="3300980"/>
                  <a:pt x="4121606" y="3263346"/>
                  <a:pt x="4121606" y="3216921"/>
                </a:cubicBezTo>
                <a:lnTo>
                  <a:pt x="4121606" y="2330087"/>
                </a:lnTo>
                <a:cubicBezTo>
                  <a:pt x="4121606" y="2283662"/>
                  <a:pt x="4159240" y="2246028"/>
                  <a:pt x="4205665" y="2246028"/>
                </a:cubicBezTo>
                <a:close/>
                <a:moveTo>
                  <a:pt x="8321436" y="1123014"/>
                </a:moveTo>
                <a:lnTo>
                  <a:pt x="9378424" y="1123014"/>
                </a:lnTo>
                <a:cubicBezTo>
                  <a:pt x="9424849" y="1123014"/>
                  <a:pt x="9462483" y="1160648"/>
                  <a:pt x="9462483" y="1207073"/>
                </a:cubicBezTo>
                <a:lnTo>
                  <a:pt x="9462483" y="2093908"/>
                </a:lnTo>
                <a:cubicBezTo>
                  <a:pt x="9462483" y="2140332"/>
                  <a:pt x="9424849" y="2177966"/>
                  <a:pt x="9378424" y="2177966"/>
                </a:cubicBezTo>
                <a:lnTo>
                  <a:pt x="8321436" y="2177966"/>
                </a:lnTo>
                <a:cubicBezTo>
                  <a:pt x="8275011" y="2177966"/>
                  <a:pt x="8237378" y="2140332"/>
                  <a:pt x="8237378" y="2093908"/>
                </a:cubicBezTo>
                <a:lnTo>
                  <a:pt x="8237378" y="1207073"/>
                </a:lnTo>
                <a:cubicBezTo>
                  <a:pt x="8237378" y="1160648"/>
                  <a:pt x="8275011" y="1123014"/>
                  <a:pt x="8321436" y="1123014"/>
                </a:cubicBezTo>
                <a:close/>
                <a:moveTo>
                  <a:pt x="6948864" y="1123014"/>
                </a:moveTo>
                <a:lnTo>
                  <a:pt x="8005852" y="1123014"/>
                </a:lnTo>
                <a:cubicBezTo>
                  <a:pt x="8052277" y="1123014"/>
                  <a:pt x="8089911" y="1160648"/>
                  <a:pt x="8089911" y="1207073"/>
                </a:cubicBezTo>
                <a:lnTo>
                  <a:pt x="8089911" y="2093908"/>
                </a:lnTo>
                <a:cubicBezTo>
                  <a:pt x="8089911" y="2140332"/>
                  <a:pt x="8052277" y="2177966"/>
                  <a:pt x="8005852" y="2177966"/>
                </a:cubicBezTo>
                <a:lnTo>
                  <a:pt x="6948864" y="2177966"/>
                </a:lnTo>
                <a:cubicBezTo>
                  <a:pt x="6902439" y="2177966"/>
                  <a:pt x="6864805" y="2140332"/>
                  <a:pt x="6864805" y="2093908"/>
                </a:cubicBezTo>
                <a:lnTo>
                  <a:pt x="6864805" y="1207073"/>
                </a:lnTo>
                <a:cubicBezTo>
                  <a:pt x="6864805" y="1160648"/>
                  <a:pt x="6902439" y="1123014"/>
                  <a:pt x="6948864" y="1123014"/>
                </a:cubicBezTo>
                <a:close/>
                <a:moveTo>
                  <a:pt x="5576292" y="1123014"/>
                </a:moveTo>
                <a:lnTo>
                  <a:pt x="6633280" y="1123014"/>
                </a:lnTo>
                <a:cubicBezTo>
                  <a:pt x="6679705" y="1123014"/>
                  <a:pt x="6717339" y="1160648"/>
                  <a:pt x="6717339" y="1207073"/>
                </a:cubicBezTo>
                <a:lnTo>
                  <a:pt x="6717339" y="2093908"/>
                </a:lnTo>
                <a:cubicBezTo>
                  <a:pt x="6717339" y="2140332"/>
                  <a:pt x="6679705" y="2177966"/>
                  <a:pt x="6633280" y="2177966"/>
                </a:cubicBezTo>
                <a:lnTo>
                  <a:pt x="5576292" y="2177966"/>
                </a:lnTo>
                <a:cubicBezTo>
                  <a:pt x="5529867" y="2177966"/>
                  <a:pt x="5492233" y="2140332"/>
                  <a:pt x="5492233" y="2093908"/>
                </a:cubicBezTo>
                <a:lnTo>
                  <a:pt x="5492233" y="1207073"/>
                </a:lnTo>
                <a:cubicBezTo>
                  <a:pt x="5492233" y="1160648"/>
                  <a:pt x="5529867" y="1123014"/>
                  <a:pt x="5576292" y="1123014"/>
                </a:cubicBezTo>
                <a:close/>
                <a:moveTo>
                  <a:pt x="4203721" y="1123014"/>
                </a:moveTo>
                <a:lnTo>
                  <a:pt x="5260708" y="1123014"/>
                </a:lnTo>
                <a:cubicBezTo>
                  <a:pt x="5307133" y="1123014"/>
                  <a:pt x="5344767" y="1160648"/>
                  <a:pt x="5344767" y="1207073"/>
                </a:cubicBezTo>
                <a:lnTo>
                  <a:pt x="5344767" y="2093908"/>
                </a:lnTo>
                <a:cubicBezTo>
                  <a:pt x="5344767" y="2140332"/>
                  <a:pt x="5307133" y="2177966"/>
                  <a:pt x="5260708" y="2177966"/>
                </a:cubicBezTo>
                <a:lnTo>
                  <a:pt x="4203721" y="2177966"/>
                </a:lnTo>
                <a:cubicBezTo>
                  <a:pt x="4157295" y="2177966"/>
                  <a:pt x="4119661" y="2140332"/>
                  <a:pt x="4119661" y="2093908"/>
                </a:cubicBezTo>
                <a:lnTo>
                  <a:pt x="4119661" y="1207073"/>
                </a:lnTo>
                <a:cubicBezTo>
                  <a:pt x="4119661" y="1160648"/>
                  <a:pt x="4157295" y="1123014"/>
                  <a:pt x="4203721" y="1123014"/>
                </a:cubicBezTo>
                <a:close/>
                <a:moveTo>
                  <a:pt x="2831148" y="1123014"/>
                </a:moveTo>
                <a:lnTo>
                  <a:pt x="3888136" y="1123014"/>
                </a:lnTo>
                <a:cubicBezTo>
                  <a:pt x="3934561" y="1123014"/>
                  <a:pt x="3972195" y="1160648"/>
                  <a:pt x="3972195" y="1207073"/>
                </a:cubicBezTo>
                <a:lnTo>
                  <a:pt x="3972195" y="2093908"/>
                </a:lnTo>
                <a:cubicBezTo>
                  <a:pt x="3972195" y="2140332"/>
                  <a:pt x="3934561" y="2177966"/>
                  <a:pt x="3888136" y="2177966"/>
                </a:cubicBezTo>
                <a:lnTo>
                  <a:pt x="2831148" y="2177966"/>
                </a:lnTo>
                <a:cubicBezTo>
                  <a:pt x="2784723" y="2177966"/>
                  <a:pt x="2747090" y="2140332"/>
                  <a:pt x="2747090" y="2093908"/>
                </a:cubicBezTo>
                <a:lnTo>
                  <a:pt x="2747090" y="1207073"/>
                </a:lnTo>
                <a:cubicBezTo>
                  <a:pt x="2747090" y="1160648"/>
                  <a:pt x="2784723" y="1123014"/>
                  <a:pt x="2831148" y="1123014"/>
                </a:cubicBezTo>
                <a:close/>
                <a:moveTo>
                  <a:pt x="1458577" y="1113286"/>
                </a:moveTo>
                <a:lnTo>
                  <a:pt x="2515565" y="1113286"/>
                </a:lnTo>
                <a:cubicBezTo>
                  <a:pt x="2561990" y="1113286"/>
                  <a:pt x="2599624" y="1150920"/>
                  <a:pt x="2599624" y="1197345"/>
                </a:cubicBezTo>
                <a:lnTo>
                  <a:pt x="2599624" y="2084179"/>
                </a:lnTo>
                <a:cubicBezTo>
                  <a:pt x="2599624" y="2130604"/>
                  <a:pt x="2561990" y="2168238"/>
                  <a:pt x="2515565" y="2168238"/>
                </a:cubicBezTo>
                <a:lnTo>
                  <a:pt x="1458577" y="2168238"/>
                </a:lnTo>
                <a:cubicBezTo>
                  <a:pt x="1412153" y="2168238"/>
                  <a:pt x="1374519" y="2130604"/>
                  <a:pt x="1374519" y="2084179"/>
                </a:cubicBezTo>
                <a:lnTo>
                  <a:pt x="1374519" y="1197345"/>
                </a:lnTo>
                <a:cubicBezTo>
                  <a:pt x="1374519" y="1150920"/>
                  <a:pt x="1412153" y="1113286"/>
                  <a:pt x="1458577" y="1113286"/>
                </a:cubicBezTo>
                <a:close/>
                <a:moveTo>
                  <a:pt x="96690" y="1113286"/>
                </a:moveTo>
                <a:lnTo>
                  <a:pt x="1153678" y="1113286"/>
                </a:lnTo>
                <a:cubicBezTo>
                  <a:pt x="1200103" y="1113286"/>
                  <a:pt x="1237737" y="1150920"/>
                  <a:pt x="1237737" y="1197345"/>
                </a:cubicBezTo>
                <a:lnTo>
                  <a:pt x="1237737" y="2084179"/>
                </a:lnTo>
                <a:cubicBezTo>
                  <a:pt x="1237737" y="2130604"/>
                  <a:pt x="1200103" y="2168238"/>
                  <a:pt x="1153678" y="2168238"/>
                </a:cubicBezTo>
                <a:lnTo>
                  <a:pt x="96690" y="2168238"/>
                </a:lnTo>
                <a:cubicBezTo>
                  <a:pt x="50265" y="2168238"/>
                  <a:pt x="12631" y="2130604"/>
                  <a:pt x="12631" y="2084179"/>
                </a:cubicBezTo>
                <a:lnTo>
                  <a:pt x="12631" y="1197345"/>
                </a:lnTo>
                <a:cubicBezTo>
                  <a:pt x="12631" y="1150920"/>
                  <a:pt x="50265" y="1113286"/>
                  <a:pt x="96690" y="1113286"/>
                </a:cubicBezTo>
                <a:close/>
                <a:moveTo>
                  <a:pt x="8321436" y="0"/>
                </a:moveTo>
                <a:lnTo>
                  <a:pt x="9378424" y="0"/>
                </a:lnTo>
                <a:cubicBezTo>
                  <a:pt x="9424849" y="0"/>
                  <a:pt x="9462483" y="37634"/>
                  <a:pt x="9462483" y="84059"/>
                </a:cubicBezTo>
                <a:lnTo>
                  <a:pt x="9462483" y="970893"/>
                </a:lnTo>
                <a:cubicBezTo>
                  <a:pt x="9462483" y="1017318"/>
                  <a:pt x="9424849" y="1054952"/>
                  <a:pt x="9378424" y="1054952"/>
                </a:cubicBezTo>
                <a:lnTo>
                  <a:pt x="8321436" y="1054952"/>
                </a:lnTo>
                <a:cubicBezTo>
                  <a:pt x="8275011" y="1054952"/>
                  <a:pt x="8237378" y="1017318"/>
                  <a:pt x="8237378" y="970893"/>
                </a:cubicBezTo>
                <a:lnTo>
                  <a:pt x="8237378" y="84059"/>
                </a:lnTo>
                <a:cubicBezTo>
                  <a:pt x="8237378" y="37634"/>
                  <a:pt x="8275011" y="0"/>
                  <a:pt x="8321436" y="0"/>
                </a:cubicBezTo>
                <a:close/>
                <a:moveTo>
                  <a:pt x="6948864" y="0"/>
                </a:moveTo>
                <a:lnTo>
                  <a:pt x="8005852" y="0"/>
                </a:lnTo>
                <a:cubicBezTo>
                  <a:pt x="8052277" y="0"/>
                  <a:pt x="8089911" y="37634"/>
                  <a:pt x="8089911" y="84059"/>
                </a:cubicBezTo>
                <a:lnTo>
                  <a:pt x="8089911" y="970893"/>
                </a:lnTo>
                <a:cubicBezTo>
                  <a:pt x="8089911" y="1017318"/>
                  <a:pt x="8052277" y="1054952"/>
                  <a:pt x="8005852" y="1054952"/>
                </a:cubicBezTo>
                <a:lnTo>
                  <a:pt x="6948864" y="1054952"/>
                </a:lnTo>
                <a:cubicBezTo>
                  <a:pt x="6902439" y="1054952"/>
                  <a:pt x="6864805" y="1017318"/>
                  <a:pt x="6864805" y="970893"/>
                </a:cubicBezTo>
                <a:lnTo>
                  <a:pt x="6864805" y="84059"/>
                </a:lnTo>
                <a:cubicBezTo>
                  <a:pt x="6864805" y="37634"/>
                  <a:pt x="6902439" y="0"/>
                  <a:pt x="6948864" y="0"/>
                </a:cubicBezTo>
                <a:close/>
                <a:moveTo>
                  <a:pt x="5576292" y="0"/>
                </a:moveTo>
                <a:lnTo>
                  <a:pt x="6633280" y="0"/>
                </a:lnTo>
                <a:cubicBezTo>
                  <a:pt x="6679705" y="0"/>
                  <a:pt x="6717339" y="37634"/>
                  <a:pt x="6717339" y="84059"/>
                </a:cubicBezTo>
                <a:lnTo>
                  <a:pt x="6717339" y="970893"/>
                </a:lnTo>
                <a:cubicBezTo>
                  <a:pt x="6717339" y="1017318"/>
                  <a:pt x="6679705" y="1054952"/>
                  <a:pt x="6633280" y="1054952"/>
                </a:cubicBezTo>
                <a:lnTo>
                  <a:pt x="5576292" y="1054952"/>
                </a:lnTo>
                <a:cubicBezTo>
                  <a:pt x="5529867" y="1054952"/>
                  <a:pt x="5492233" y="1017318"/>
                  <a:pt x="5492233" y="970893"/>
                </a:cubicBezTo>
                <a:lnTo>
                  <a:pt x="5492233" y="84059"/>
                </a:lnTo>
                <a:cubicBezTo>
                  <a:pt x="5492233" y="37634"/>
                  <a:pt x="5529867" y="0"/>
                  <a:pt x="5576292" y="0"/>
                </a:cubicBezTo>
                <a:close/>
                <a:moveTo>
                  <a:pt x="4203721" y="0"/>
                </a:moveTo>
                <a:lnTo>
                  <a:pt x="5260708" y="0"/>
                </a:lnTo>
                <a:cubicBezTo>
                  <a:pt x="5307133" y="0"/>
                  <a:pt x="5344767" y="37634"/>
                  <a:pt x="5344767" y="84059"/>
                </a:cubicBezTo>
                <a:lnTo>
                  <a:pt x="5344767" y="970893"/>
                </a:lnTo>
                <a:cubicBezTo>
                  <a:pt x="5344767" y="1017318"/>
                  <a:pt x="5307133" y="1054952"/>
                  <a:pt x="5260708" y="1054952"/>
                </a:cubicBezTo>
                <a:lnTo>
                  <a:pt x="4203721" y="1054952"/>
                </a:lnTo>
                <a:cubicBezTo>
                  <a:pt x="4157295" y="1054952"/>
                  <a:pt x="4119661" y="1017318"/>
                  <a:pt x="4119661" y="970893"/>
                </a:cubicBezTo>
                <a:lnTo>
                  <a:pt x="4119661" y="84059"/>
                </a:lnTo>
                <a:cubicBezTo>
                  <a:pt x="4119661" y="37634"/>
                  <a:pt x="4157295" y="0"/>
                  <a:pt x="4203721" y="0"/>
                </a:cubicBezTo>
                <a:close/>
                <a:moveTo>
                  <a:pt x="2831148" y="0"/>
                </a:moveTo>
                <a:lnTo>
                  <a:pt x="3888136" y="0"/>
                </a:lnTo>
                <a:cubicBezTo>
                  <a:pt x="3934561" y="0"/>
                  <a:pt x="3972195" y="37634"/>
                  <a:pt x="3972195" y="84059"/>
                </a:cubicBezTo>
                <a:lnTo>
                  <a:pt x="3972195" y="970893"/>
                </a:lnTo>
                <a:cubicBezTo>
                  <a:pt x="3972195" y="1017318"/>
                  <a:pt x="3934561" y="1054952"/>
                  <a:pt x="3888136" y="1054952"/>
                </a:cubicBezTo>
                <a:lnTo>
                  <a:pt x="2831148" y="1054952"/>
                </a:lnTo>
                <a:cubicBezTo>
                  <a:pt x="2784723" y="1054952"/>
                  <a:pt x="2747090" y="1017318"/>
                  <a:pt x="2747090" y="970893"/>
                </a:cubicBezTo>
                <a:lnTo>
                  <a:pt x="2747090" y="84059"/>
                </a:lnTo>
                <a:cubicBezTo>
                  <a:pt x="2747090" y="37634"/>
                  <a:pt x="2784723" y="0"/>
                  <a:pt x="2831148" y="0"/>
                </a:cubicBezTo>
                <a:close/>
                <a:moveTo>
                  <a:pt x="1458576" y="0"/>
                </a:moveTo>
                <a:lnTo>
                  <a:pt x="2515564" y="0"/>
                </a:lnTo>
                <a:cubicBezTo>
                  <a:pt x="2561989" y="0"/>
                  <a:pt x="2599624" y="37634"/>
                  <a:pt x="2599624" y="84059"/>
                </a:cubicBezTo>
                <a:lnTo>
                  <a:pt x="2599624" y="970893"/>
                </a:lnTo>
                <a:cubicBezTo>
                  <a:pt x="2599624" y="1017318"/>
                  <a:pt x="2561989" y="1054952"/>
                  <a:pt x="2515564" y="1054952"/>
                </a:cubicBezTo>
                <a:lnTo>
                  <a:pt x="1458576" y="1054952"/>
                </a:lnTo>
                <a:cubicBezTo>
                  <a:pt x="1412152" y="1054952"/>
                  <a:pt x="1374517" y="1017318"/>
                  <a:pt x="1374517" y="970893"/>
                </a:cubicBezTo>
                <a:lnTo>
                  <a:pt x="1374517" y="84059"/>
                </a:lnTo>
                <a:cubicBezTo>
                  <a:pt x="1374517" y="37634"/>
                  <a:pt x="1412152" y="0"/>
                  <a:pt x="1458576" y="0"/>
                </a:cubicBezTo>
                <a:close/>
                <a:moveTo>
                  <a:pt x="84059" y="0"/>
                </a:moveTo>
                <a:lnTo>
                  <a:pt x="1141047" y="0"/>
                </a:lnTo>
                <a:cubicBezTo>
                  <a:pt x="1187472" y="0"/>
                  <a:pt x="1225106" y="37634"/>
                  <a:pt x="1225106" y="84059"/>
                </a:cubicBezTo>
                <a:lnTo>
                  <a:pt x="1225106" y="970893"/>
                </a:lnTo>
                <a:cubicBezTo>
                  <a:pt x="1225106" y="1017318"/>
                  <a:pt x="1187472" y="1054952"/>
                  <a:pt x="1141047" y="1054952"/>
                </a:cubicBezTo>
                <a:lnTo>
                  <a:pt x="84059" y="1054952"/>
                </a:lnTo>
                <a:cubicBezTo>
                  <a:pt x="37634" y="1054952"/>
                  <a:pt x="0" y="1017318"/>
                  <a:pt x="0" y="970893"/>
                </a:cubicBezTo>
                <a:lnTo>
                  <a:pt x="0" y="84059"/>
                </a:lnTo>
                <a:cubicBezTo>
                  <a:pt x="0" y="37634"/>
                  <a:pt x="37634" y="0"/>
                  <a:pt x="84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39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061039" y="1605019"/>
            <a:ext cx="2546387" cy="2049362"/>
          </a:xfrm>
          <a:custGeom>
            <a:avLst/>
            <a:gdLst>
              <a:gd name="connsiteX0" fmla="*/ 0 w 2546387"/>
              <a:gd name="connsiteY0" fmla="*/ 0 h 2049362"/>
              <a:gd name="connsiteX1" fmla="*/ 2546387 w 2546387"/>
              <a:gd name="connsiteY1" fmla="*/ 0 h 2049362"/>
              <a:gd name="connsiteX2" fmla="*/ 2546387 w 2546387"/>
              <a:gd name="connsiteY2" fmla="*/ 2049362 h 2049362"/>
              <a:gd name="connsiteX3" fmla="*/ 0 w 2546387"/>
              <a:gd name="connsiteY3" fmla="*/ 2049362 h 20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6387" h="2049362">
                <a:moveTo>
                  <a:pt x="0" y="0"/>
                </a:moveTo>
                <a:lnTo>
                  <a:pt x="2546387" y="0"/>
                </a:lnTo>
                <a:lnTo>
                  <a:pt x="2546387" y="2049362"/>
                </a:lnTo>
                <a:lnTo>
                  <a:pt x="0" y="20493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5042623" y="3513555"/>
            <a:ext cx="2036832" cy="1638654"/>
          </a:xfrm>
          <a:custGeom>
            <a:avLst/>
            <a:gdLst>
              <a:gd name="connsiteX0" fmla="*/ 0 w 2036832"/>
              <a:gd name="connsiteY0" fmla="*/ 0 h 1638654"/>
              <a:gd name="connsiteX1" fmla="*/ 2036832 w 2036832"/>
              <a:gd name="connsiteY1" fmla="*/ 0 h 1638654"/>
              <a:gd name="connsiteX2" fmla="*/ 2036832 w 2036832"/>
              <a:gd name="connsiteY2" fmla="*/ 1638654 h 1638654"/>
              <a:gd name="connsiteX3" fmla="*/ 0 w 2036832"/>
              <a:gd name="connsiteY3" fmla="*/ 1638654 h 1638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6832" h="1638654">
                <a:moveTo>
                  <a:pt x="0" y="0"/>
                </a:moveTo>
                <a:lnTo>
                  <a:pt x="2036832" y="0"/>
                </a:lnTo>
                <a:lnTo>
                  <a:pt x="2036832" y="1638654"/>
                </a:lnTo>
                <a:lnTo>
                  <a:pt x="0" y="163865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7797206" y="3381375"/>
            <a:ext cx="3081004" cy="2549172"/>
          </a:xfrm>
          <a:custGeom>
            <a:avLst/>
            <a:gdLst>
              <a:gd name="connsiteX0" fmla="*/ 0 w 3081004"/>
              <a:gd name="connsiteY0" fmla="*/ 0 h 2549172"/>
              <a:gd name="connsiteX1" fmla="*/ 3081004 w 3081004"/>
              <a:gd name="connsiteY1" fmla="*/ 0 h 2549172"/>
              <a:gd name="connsiteX2" fmla="*/ 3081004 w 3081004"/>
              <a:gd name="connsiteY2" fmla="*/ 2549172 h 2549172"/>
              <a:gd name="connsiteX3" fmla="*/ 0 w 3081004"/>
              <a:gd name="connsiteY3" fmla="*/ 2549172 h 2549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1004" h="2549172">
                <a:moveTo>
                  <a:pt x="0" y="0"/>
                </a:moveTo>
                <a:lnTo>
                  <a:pt x="3081004" y="0"/>
                </a:lnTo>
                <a:lnTo>
                  <a:pt x="3081004" y="2549172"/>
                </a:lnTo>
                <a:lnTo>
                  <a:pt x="0" y="254917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45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569398" y="2225407"/>
            <a:ext cx="2830844" cy="3344863"/>
          </a:xfrm>
          <a:custGeom>
            <a:avLst/>
            <a:gdLst>
              <a:gd name="connsiteX0" fmla="*/ 0 w 2830844"/>
              <a:gd name="connsiteY0" fmla="*/ 0 h 3344863"/>
              <a:gd name="connsiteX1" fmla="*/ 2830844 w 2830844"/>
              <a:gd name="connsiteY1" fmla="*/ 0 h 3344863"/>
              <a:gd name="connsiteX2" fmla="*/ 2830844 w 2830844"/>
              <a:gd name="connsiteY2" fmla="*/ 3344863 h 3344863"/>
              <a:gd name="connsiteX3" fmla="*/ 0 w 2830844"/>
              <a:gd name="connsiteY3" fmla="*/ 3344863 h 334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0844" h="3344863">
                <a:moveTo>
                  <a:pt x="0" y="0"/>
                </a:moveTo>
                <a:lnTo>
                  <a:pt x="2830844" y="0"/>
                </a:lnTo>
                <a:lnTo>
                  <a:pt x="2830844" y="3344863"/>
                </a:lnTo>
                <a:lnTo>
                  <a:pt x="0" y="3344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687908" y="2225407"/>
            <a:ext cx="2830844" cy="3344863"/>
          </a:xfrm>
          <a:custGeom>
            <a:avLst/>
            <a:gdLst>
              <a:gd name="connsiteX0" fmla="*/ 0 w 2830844"/>
              <a:gd name="connsiteY0" fmla="*/ 0 h 3344863"/>
              <a:gd name="connsiteX1" fmla="*/ 2830844 w 2830844"/>
              <a:gd name="connsiteY1" fmla="*/ 0 h 3344863"/>
              <a:gd name="connsiteX2" fmla="*/ 2830844 w 2830844"/>
              <a:gd name="connsiteY2" fmla="*/ 3344863 h 3344863"/>
              <a:gd name="connsiteX3" fmla="*/ 0 w 2830844"/>
              <a:gd name="connsiteY3" fmla="*/ 3344863 h 334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0844" h="3344863">
                <a:moveTo>
                  <a:pt x="0" y="0"/>
                </a:moveTo>
                <a:lnTo>
                  <a:pt x="2830844" y="0"/>
                </a:lnTo>
                <a:lnTo>
                  <a:pt x="2830844" y="3344863"/>
                </a:lnTo>
                <a:lnTo>
                  <a:pt x="0" y="3344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791760" y="2225407"/>
            <a:ext cx="2830844" cy="3344863"/>
          </a:xfrm>
          <a:custGeom>
            <a:avLst/>
            <a:gdLst>
              <a:gd name="connsiteX0" fmla="*/ 0 w 2830844"/>
              <a:gd name="connsiteY0" fmla="*/ 0 h 3344863"/>
              <a:gd name="connsiteX1" fmla="*/ 2830844 w 2830844"/>
              <a:gd name="connsiteY1" fmla="*/ 0 h 3344863"/>
              <a:gd name="connsiteX2" fmla="*/ 2830844 w 2830844"/>
              <a:gd name="connsiteY2" fmla="*/ 3344863 h 3344863"/>
              <a:gd name="connsiteX3" fmla="*/ 0 w 2830844"/>
              <a:gd name="connsiteY3" fmla="*/ 3344863 h 334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0844" h="3344863">
                <a:moveTo>
                  <a:pt x="0" y="0"/>
                </a:moveTo>
                <a:lnTo>
                  <a:pt x="2830844" y="0"/>
                </a:lnTo>
                <a:lnTo>
                  <a:pt x="2830844" y="3344863"/>
                </a:lnTo>
                <a:lnTo>
                  <a:pt x="0" y="3344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4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997413" y="1448998"/>
            <a:ext cx="8197174" cy="3413125"/>
          </a:xfrm>
          <a:custGeom>
            <a:avLst/>
            <a:gdLst>
              <a:gd name="connsiteX0" fmla="*/ 194719 w 8197174"/>
              <a:gd name="connsiteY0" fmla="*/ 0 h 3413125"/>
              <a:gd name="connsiteX1" fmla="*/ 8002455 w 8197174"/>
              <a:gd name="connsiteY1" fmla="*/ 0 h 3413125"/>
              <a:gd name="connsiteX2" fmla="*/ 8197174 w 8197174"/>
              <a:gd name="connsiteY2" fmla="*/ 194719 h 3413125"/>
              <a:gd name="connsiteX3" fmla="*/ 8197174 w 8197174"/>
              <a:gd name="connsiteY3" fmla="*/ 3218406 h 3413125"/>
              <a:gd name="connsiteX4" fmla="*/ 8002455 w 8197174"/>
              <a:gd name="connsiteY4" fmla="*/ 3413125 h 3413125"/>
              <a:gd name="connsiteX5" fmla="*/ 194719 w 8197174"/>
              <a:gd name="connsiteY5" fmla="*/ 3413125 h 3413125"/>
              <a:gd name="connsiteX6" fmla="*/ 0 w 8197174"/>
              <a:gd name="connsiteY6" fmla="*/ 3218406 h 3413125"/>
              <a:gd name="connsiteX7" fmla="*/ 0 w 8197174"/>
              <a:gd name="connsiteY7" fmla="*/ 194719 h 3413125"/>
              <a:gd name="connsiteX8" fmla="*/ 194719 w 8197174"/>
              <a:gd name="connsiteY8" fmla="*/ 0 h 341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7174" h="3413125">
                <a:moveTo>
                  <a:pt x="194719" y="0"/>
                </a:moveTo>
                <a:lnTo>
                  <a:pt x="8002455" y="0"/>
                </a:lnTo>
                <a:cubicBezTo>
                  <a:pt x="8109995" y="0"/>
                  <a:pt x="8197174" y="87179"/>
                  <a:pt x="8197174" y="194719"/>
                </a:cubicBezTo>
                <a:lnTo>
                  <a:pt x="8197174" y="3218406"/>
                </a:lnTo>
                <a:cubicBezTo>
                  <a:pt x="8197174" y="3325946"/>
                  <a:pt x="8109995" y="3413125"/>
                  <a:pt x="8002455" y="3413125"/>
                </a:cubicBezTo>
                <a:lnTo>
                  <a:pt x="194719" y="3413125"/>
                </a:lnTo>
                <a:cubicBezTo>
                  <a:pt x="87179" y="3413125"/>
                  <a:pt x="0" y="3325946"/>
                  <a:pt x="0" y="3218406"/>
                </a:cubicBezTo>
                <a:lnTo>
                  <a:pt x="0" y="194719"/>
                </a:lnTo>
                <a:cubicBezTo>
                  <a:pt x="0" y="87179"/>
                  <a:pt x="87179" y="0"/>
                  <a:pt x="194719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62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370859" y="2239169"/>
            <a:ext cx="2731241" cy="1895475"/>
          </a:xfrm>
          <a:custGeom>
            <a:avLst/>
            <a:gdLst>
              <a:gd name="connsiteX0" fmla="*/ 0 w 2731241"/>
              <a:gd name="connsiteY0" fmla="*/ 0 h 1895475"/>
              <a:gd name="connsiteX1" fmla="*/ 2731241 w 2731241"/>
              <a:gd name="connsiteY1" fmla="*/ 0 h 1895475"/>
              <a:gd name="connsiteX2" fmla="*/ 2731241 w 2731241"/>
              <a:gd name="connsiteY2" fmla="*/ 1895475 h 1895475"/>
              <a:gd name="connsiteX3" fmla="*/ 0 w 2731241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1241" h="1895475">
                <a:moveTo>
                  <a:pt x="0" y="0"/>
                </a:moveTo>
                <a:lnTo>
                  <a:pt x="2731241" y="0"/>
                </a:lnTo>
                <a:lnTo>
                  <a:pt x="2731241" y="1895475"/>
                </a:lnTo>
                <a:lnTo>
                  <a:pt x="0" y="1895475"/>
                </a:lnTo>
                <a:close/>
              </a:path>
            </a:pathLst>
          </a:custGeom>
          <a:solidFill>
            <a:schemeClr val="accent3"/>
          </a:solidFill>
          <a:ln w="762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lang="zh-CN" altLang="en-US" sz="1800" dirty="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1"/>
          </p:nvPr>
        </p:nvSpPr>
        <p:spPr>
          <a:xfrm>
            <a:off x="4270376" y="4045744"/>
            <a:ext cx="2551113" cy="1895475"/>
          </a:xfrm>
          <a:custGeom>
            <a:avLst/>
            <a:gdLst>
              <a:gd name="connsiteX0" fmla="*/ 0 w 2551113"/>
              <a:gd name="connsiteY0" fmla="*/ 0 h 1895475"/>
              <a:gd name="connsiteX1" fmla="*/ 2551113 w 2551113"/>
              <a:gd name="connsiteY1" fmla="*/ 0 h 1895475"/>
              <a:gd name="connsiteX2" fmla="*/ 2551113 w 2551113"/>
              <a:gd name="connsiteY2" fmla="*/ 1895475 h 1895475"/>
              <a:gd name="connsiteX3" fmla="*/ 0 w 2551113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1113" h="1895475">
                <a:moveTo>
                  <a:pt x="0" y="0"/>
                </a:moveTo>
                <a:lnTo>
                  <a:pt x="2551113" y="0"/>
                </a:lnTo>
                <a:lnTo>
                  <a:pt x="2551113" y="1895475"/>
                </a:lnTo>
                <a:lnTo>
                  <a:pt x="0" y="1895475"/>
                </a:lnTo>
                <a:close/>
              </a:path>
            </a:pathLst>
          </a:custGeom>
          <a:solidFill>
            <a:schemeClr val="accent3"/>
          </a:solidFill>
          <a:ln w="76200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7450138" y="1847057"/>
            <a:ext cx="3405930" cy="3248025"/>
          </a:xfrm>
          <a:custGeom>
            <a:avLst/>
            <a:gdLst>
              <a:gd name="connsiteX0" fmla="*/ 0 w 3405930"/>
              <a:gd name="connsiteY0" fmla="*/ 0 h 3248025"/>
              <a:gd name="connsiteX1" fmla="*/ 3405930 w 3405930"/>
              <a:gd name="connsiteY1" fmla="*/ 0 h 3248025"/>
              <a:gd name="connsiteX2" fmla="*/ 3405930 w 3405930"/>
              <a:gd name="connsiteY2" fmla="*/ 3248025 h 3248025"/>
              <a:gd name="connsiteX3" fmla="*/ 0 w 3405930"/>
              <a:gd name="connsiteY3" fmla="*/ 3248025 h 324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5930" h="3248025">
                <a:moveTo>
                  <a:pt x="0" y="0"/>
                </a:moveTo>
                <a:lnTo>
                  <a:pt x="3405930" y="0"/>
                </a:lnTo>
                <a:lnTo>
                  <a:pt x="3405930" y="3248025"/>
                </a:lnTo>
                <a:lnTo>
                  <a:pt x="0" y="3248025"/>
                </a:lnTo>
                <a:close/>
              </a:path>
            </a:pathLst>
          </a:custGeom>
          <a:solidFill>
            <a:schemeClr val="accent3"/>
          </a:solidFill>
          <a:ln w="762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74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802857" y="2195647"/>
            <a:ext cx="1446182" cy="1446180"/>
          </a:xfrm>
          <a:custGeom>
            <a:avLst/>
            <a:gdLst>
              <a:gd name="connsiteX0" fmla="*/ 723091 w 1446182"/>
              <a:gd name="connsiteY0" fmla="*/ 0 h 1446180"/>
              <a:gd name="connsiteX1" fmla="*/ 1446182 w 1446182"/>
              <a:gd name="connsiteY1" fmla="*/ 723090 h 1446180"/>
              <a:gd name="connsiteX2" fmla="*/ 723091 w 1446182"/>
              <a:gd name="connsiteY2" fmla="*/ 1446180 h 1446180"/>
              <a:gd name="connsiteX3" fmla="*/ 0 w 1446182"/>
              <a:gd name="connsiteY3" fmla="*/ 723090 h 1446180"/>
              <a:gd name="connsiteX4" fmla="*/ 723091 w 1446182"/>
              <a:gd name="connsiteY4" fmla="*/ 0 h 144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182" h="1446180">
                <a:moveTo>
                  <a:pt x="723091" y="0"/>
                </a:moveTo>
                <a:cubicBezTo>
                  <a:pt x="1122443" y="0"/>
                  <a:pt x="1446182" y="323738"/>
                  <a:pt x="1446182" y="723090"/>
                </a:cubicBezTo>
                <a:cubicBezTo>
                  <a:pt x="1446182" y="1122442"/>
                  <a:pt x="1122443" y="1446180"/>
                  <a:pt x="723091" y="1446180"/>
                </a:cubicBezTo>
                <a:cubicBezTo>
                  <a:pt x="323739" y="1446180"/>
                  <a:pt x="0" y="1122442"/>
                  <a:pt x="0" y="723090"/>
                </a:cubicBezTo>
                <a:cubicBezTo>
                  <a:pt x="0" y="323738"/>
                  <a:pt x="323739" y="0"/>
                  <a:pt x="723091" y="0"/>
                </a:cubicBezTo>
                <a:close/>
              </a:path>
            </a:pathLst>
          </a:custGeom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4182891" y="2195647"/>
            <a:ext cx="1446182" cy="1446180"/>
          </a:xfrm>
          <a:custGeom>
            <a:avLst/>
            <a:gdLst>
              <a:gd name="connsiteX0" fmla="*/ 723091 w 1446182"/>
              <a:gd name="connsiteY0" fmla="*/ 0 h 1446180"/>
              <a:gd name="connsiteX1" fmla="*/ 1446182 w 1446182"/>
              <a:gd name="connsiteY1" fmla="*/ 723090 h 1446180"/>
              <a:gd name="connsiteX2" fmla="*/ 723091 w 1446182"/>
              <a:gd name="connsiteY2" fmla="*/ 1446180 h 1446180"/>
              <a:gd name="connsiteX3" fmla="*/ 0 w 1446182"/>
              <a:gd name="connsiteY3" fmla="*/ 723090 h 1446180"/>
              <a:gd name="connsiteX4" fmla="*/ 723091 w 1446182"/>
              <a:gd name="connsiteY4" fmla="*/ 0 h 144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182" h="1446180">
                <a:moveTo>
                  <a:pt x="723091" y="0"/>
                </a:moveTo>
                <a:cubicBezTo>
                  <a:pt x="1122443" y="0"/>
                  <a:pt x="1446182" y="323738"/>
                  <a:pt x="1446182" y="723090"/>
                </a:cubicBezTo>
                <a:cubicBezTo>
                  <a:pt x="1446182" y="1122442"/>
                  <a:pt x="1122443" y="1446180"/>
                  <a:pt x="723091" y="1446180"/>
                </a:cubicBezTo>
                <a:cubicBezTo>
                  <a:pt x="323739" y="1446180"/>
                  <a:pt x="0" y="1122442"/>
                  <a:pt x="0" y="723090"/>
                </a:cubicBezTo>
                <a:cubicBezTo>
                  <a:pt x="0" y="323738"/>
                  <a:pt x="323739" y="0"/>
                  <a:pt x="723091" y="0"/>
                </a:cubicBezTo>
                <a:close/>
              </a:path>
            </a:pathLst>
          </a:custGeom>
          <a:ln w="381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562925" y="2195647"/>
            <a:ext cx="1446182" cy="1446180"/>
          </a:xfrm>
          <a:custGeom>
            <a:avLst/>
            <a:gdLst>
              <a:gd name="connsiteX0" fmla="*/ 723091 w 1446182"/>
              <a:gd name="connsiteY0" fmla="*/ 0 h 1446180"/>
              <a:gd name="connsiteX1" fmla="*/ 1446182 w 1446182"/>
              <a:gd name="connsiteY1" fmla="*/ 723090 h 1446180"/>
              <a:gd name="connsiteX2" fmla="*/ 723091 w 1446182"/>
              <a:gd name="connsiteY2" fmla="*/ 1446180 h 1446180"/>
              <a:gd name="connsiteX3" fmla="*/ 0 w 1446182"/>
              <a:gd name="connsiteY3" fmla="*/ 723090 h 1446180"/>
              <a:gd name="connsiteX4" fmla="*/ 723091 w 1446182"/>
              <a:gd name="connsiteY4" fmla="*/ 0 h 144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182" h="1446180">
                <a:moveTo>
                  <a:pt x="723091" y="0"/>
                </a:moveTo>
                <a:cubicBezTo>
                  <a:pt x="1122443" y="0"/>
                  <a:pt x="1446182" y="323738"/>
                  <a:pt x="1446182" y="723090"/>
                </a:cubicBezTo>
                <a:cubicBezTo>
                  <a:pt x="1446182" y="1122442"/>
                  <a:pt x="1122443" y="1446180"/>
                  <a:pt x="723091" y="1446180"/>
                </a:cubicBezTo>
                <a:cubicBezTo>
                  <a:pt x="323739" y="1446180"/>
                  <a:pt x="0" y="1122442"/>
                  <a:pt x="0" y="723090"/>
                </a:cubicBezTo>
                <a:cubicBezTo>
                  <a:pt x="0" y="323738"/>
                  <a:pt x="323739" y="0"/>
                  <a:pt x="723091" y="0"/>
                </a:cubicBezTo>
                <a:close/>
              </a:path>
            </a:pathLst>
          </a:custGeom>
          <a:ln w="38100">
            <a:solidFill>
              <a:schemeClr val="accent3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942959" y="2195647"/>
            <a:ext cx="1446182" cy="1446180"/>
          </a:xfrm>
          <a:custGeom>
            <a:avLst/>
            <a:gdLst>
              <a:gd name="connsiteX0" fmla="*/ 723091 w 1446182"/>
              <a:gd name="connsiteY0" fmla="*/ 0 h 1446180"/>
              <a:gd name="connsiteX1" fmla="*/ 1446182 w 1446182"/>
              <a:gd name="connsiteY1" fmla="*/ 723090 h 1446180"/>
              <a:gd name="connsiteX2" fmla="*/ 723091 w 1446182"/>
              <a:gd name="connsiteY2" fmla="*/ 1446180 h 1446180"/>
              <a:gd name="connsiteX3" fmla="*/ 0 w 1446182"/>
              <a:gd name="connsiteY3" fmla="*/ 723090 h 1446180"/>
              <a:gd name="connsiteX4" fmla="*/ 723091 w 1446182"/>
              <a:gd name="connsiteY4" fmla="*/ 0 h 144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182" h="1446180">
                <a:moveTo>
                  <a:pt x="723091" y="0"/>
                </a:moveTo>
                <a:cubicBezTo>
                  <a:pt x="1122443" y="0"/>
                  <a:pt x="1446182" y="323738"/>
                  <a:pt x="1446182" y="723090"/>
                </a:cubicBezTo>
                <a:cubicBezTo>
                  <a:pt x="1446182" y="1122442"/>
                  <a:pt x="1122443" y="1446180"/>
                  <a:pt x="723091" y="1446180"/>
                </a:cubicBezTo>
                <a:cubicBezTo>
                  <a:pt x="323739" y="1446180"/>
                  <a:pt x="0" y="1122442"/>
                  <a:pt x="0" y="723090"/>
                </a:cubicBezTo>
                <a:cubicBezTo>
                  <a:pt x="0" y="323738"/>
                  <a:pt x="323739" y="0"/>
                  <a:pt x="723091" y="0"/>
                </a:cubicBezTo>
                <a:close/>
              </a:path>
            </a:pathLst>
          </a:custGeom>
          <a:ln w="38100">
            <a:solidFill>
              <a:schemeClr val="accent4"/>
            </a:solidFill>
          </a:ln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596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260648"/>
            <a:ext cx="10911840" cy="105156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556792"/>
            <a:ext cx="10911840" cy="4836024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7C2-E367-4D1A-8507-0E4B93C08E54}" type="datetimeFigureOut">
              <a:rPr lang="zh-CN" altLang="en-US" smtClean="0"/>
              <a:t>2022/9/2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F44F-88D4-409B-A822-AB9949CC2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4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30B32BF-00E9-4E28-AD36-4C723244099B}"/>
              </a:ext>
            </a:extLst>
          </p:cNvPr>
          <p:cNvGrpSpPr/>
          <p:nvPr userDrawn="1"/>
        </p:nvGrpSpPr>
        <p:grpSpPr>
          <a:xfrm>
            <a:off x="0" y="316614"/>
            <a:ext cx="12192000" cy="457448"/>
            <a:chOff x="0" y="316614"/>
            <a:chExt cx="12192000" cy="45744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C026653-28C0-41B1-8F4C-FB17CFF8FD3B}"/>
                </a:ext>
              </a:extLst>
            </p:cNvPr>
            <p:cNvSpPr/>
            <p:nvPr/>
          </p:nvSpPr>
          <p:spPr>
            <a:xfrm>
              <a:off x="0" y="316614"/>
              <a:ext cx="4356100" cy="18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3DFC97E-C8B4-4D56-AB09-120D268F46AC}"/>
                </a:ext>
              </a:extLst>
            </p:cNvPr>
            <p:cNvSpPr/>
            <p:nvPr/>
          </p:nvSpPr>
          <p:spPr>
            <a:xfrm>
              <a:off x="0" y="594062"/>
              <a:ext cx="4356100" cy="18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924C2AA-4050-47B2-921B-A61F2DED16C1}"/>
                </a:ext>
              </a:extLst>
            </p:cNvPr>
            <p:cNvSpPr/>
            <p:nvPr/>
          </p:nvSpPr>
          <p:spPr>
            <a:xfrm>
              <a:off x="7835900" y="316614"/>
              <a:ext cx="4356100" cy="18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6DC3324-CA14-4804-B40F-40EA90F4B7AE}"/>
                </a:ext>
              </a:extLst>
            </p:cNvPr>
            <p:cNvSpPr/>
            <p:nvPr/>
          </p:nvSpPr>
          <p:spPr>
            <a:xfrm>
              <a:off x="7835900" y="594062"/>
              <a:ext cx="4356100" cy="18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DB76A7A6-9AE9-4CD3-9677-95450A942005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045779" y="269280"/>
            <a:ext cx="4078577" cy="519112"/>
          </a:xfrm>
          <a:prstGeom prst="rect">
            <a:avLst/>
          </a:prstGeom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690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62" r:id="rId4"/>
    <p:sldLayoutId id="2147483661" r:id="rId5"/>
    <p:sldLayoutId id="2147483660" r:id="rId6"/>
    <p:sldLayoutId id="2147483659" r:id="rId7"/>
    <p:sldLayoutId id="2147483658" r:id="rId8"/>
    <p:sldLayoutId id="2147483657" r:id="rId9"/>
    <p:sldLayoutId id="2147483656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81681" y="213303"/>
            <a:ext cx="3228638" cy="1051560"/>
          </a:xfrm>
        </p:spPr>
        <p:txBody>
          <a:bodyPr>
            <a:normAutofit/>
          </a:bodyPr>
          <a:lstStyle/>
          <a:p>
            <a:pPr algn="ctr"/>
            <a:r>
              <a:rPr lang="zh-CN" altLang="zh-CN" dirty="0"/>
              <a:t>递归</a:t>
            </a:r>
            <a:r>
              <a:rPr lang="zh-CN" altLang="en-US" dirty="0"/>
              <a:t>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5569" y="1282893"/>
            <a:ext cx="9826208" cy="483602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dirty="0"/>
              <a:t>递归（</a:t>
            </a:r>
            <a:r>
              <a:rPr lang="en-US" altLang="zh-CN" dirty="0"/>
              <a:t>recursion</a:t>
            </a:r>
            <a:r>
              <a:rPr lang="zh-CN" altLang="zh-CN" dirty="0"/>
              <a:t>）是一种直接或者间接调用函数自身的算法，其实质是把问题分解成规模缩小的同类子问题，然后递归调用表示问题的解。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dirty="0"/>
              <a:t>能够设计成递归算法的问题必须满足两个条件：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dirty="0"/>
              <a:t>能找到反复执行的过程（调用自身）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dirty="0"/>
              <a:t>能找到跳出反复执行过程的条件（递归出口）。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367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5EA4AC2-62A6-403C-845C-8E2AE49A8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160" y="114299"/>
            <a:ext cx="4757680" cy="932769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7C979210-C94D-4B3C-9AFA-C8C585D7C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076" y="138754"/>
            <a:ext cx="3912781" cy="771623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递归的例子</a:t>
            </a: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23195328-360D-4F71-A92F-F6DAED9B0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412" y="1103421"/>
            <a:ext cx="1056248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个人坐在一起，问第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个人多少岁？他说比第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岁。问第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个人岁数，他说比第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岁。问第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个人，又说比第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岁。问第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个人，说比第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岁。最后问第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个人，他说是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岁。请问第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个人多大。显然，这是一个递归问题。要求第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个人的年龄，就必须先知道第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个人的年龄，而第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个人的年龄也不知道，要求第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个人的年龄必须先知道第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个人的年龄，而第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个人的年龄又取决于第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个人的年龄，第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个人的年龄取决于第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个人的年龄。</a:t>
            </a:r>
          </a:p>
        </p:txBody>
      </p:sp>
    </p:spTree>
    <p:extLst>
      <p:ext uri="{BB962C8B-B14F-4D97-AF65-F5344CB8AC3E}">
        <p14:creationId xmlns:p14="http://schemas.microsoft.com/office/powerpoint/2010/main" val="289098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0A7B74A-9262-4432-9845-3FB2793AB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34" y="913330"/>
            <a:ext cx="854075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ea typeface="+mn-ea"/>
                <a:cs typeface="Times New Roman" panose="02020603050405020304" pitchFamily="18" charset="0"/>
              </a:rPr>
              <a:t>每一个人的年龄都比其前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个人的年龄大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ea typeface="+mn-ea"/>
                <a:cs typeface="Times New Roman" panose="02020603050405020304" pitchFamily="18" charset="0"/>
              </a:rPr>
              <a:t>即        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）＝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）＋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2887AFA-8D6C-417A-B45C-9D4EC4353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96" y="2024729"/>
            <a:ext cx="59182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）＝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）＋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F4ABE2-9107-492A-B741-3F56A671A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96" y="2531141"/>
            <a:ext cx="49815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）＝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）＋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686F9E-8F10-4A72-BA2F-8E60B0FA2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96" y="3075505"/>
            <a:ext cx="51133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>
                <a:ea typeface="+mn-ea"/>
                <a:cs typeface="Times New Roman" panose="02020603050405020304" pitchFamily="18" charset="0"/>
              </a:rPr>
              <a:t>）＝</a:t>
            </a:r>
            <a:r>
              <a:rPr lang="en-US" altLang="zh-CN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+mn-ea"/>
                <a:cs typeface="Times New Roman" panose="02020603050405020304" pitchFamily="18" charset="0"/>
              </a:rPr>
              <a:t>）＋</a:t>
            </a:r>
            <a:r>
              <a:rPr lang="en-US" altLang="zh-CN"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6D23944-374E-48B9-91CC-E0BB0FC0A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196" y="3578742"/>
            <a:ext cx="4884738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+mn-ea"/>
                <a:cs typeface="Times New Roman" panose="02020603050405020304" pitchFamily="18" charset="0"/>
              </a:rPr>
              <a:t>）＝</a:t>
            </a:r>
            <a:r>
              <a:rPr lang="en-US" altLang="zh-CN">
                <a:ea typeface="+mn-ea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2073A4F-4B31-4A40-AA4C-5B5D362E4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633" y="4155005"/>
            <a:ext cx="8675687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如果第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个人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岁，那么可以用通式表述如下：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）＝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　　 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）＝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age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－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）＋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　 （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＞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DB04ED6E-FE09-409E-81B4-A2AE95C42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68" y="5939355"/>
            <a:ext cx="11179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ea typeface="+mn-ea"/>
                <a:cs typeface="Times New Roman" panose="02020603050405020304" pitchFamily="18" charset="0"/>
              </a:rPr>
              <a:t>可以看到，当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＞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时，求第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个人的年龄的公式是相同的。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2EE86C-734D-494A-8F72-D22BC9D4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160" y="114299"/>
            <a:ext cx="4757680" cy="93276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5CEEB93-FCB3-4FBA-8D4B-B3269E23F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076" y="138754"/>
            <a:ext cx="3912781" cy="771623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递归的表示</a:t>
            </a:r>
          </a:p>
        </p:txBody>
      </p:sp>
    </p:spTree>
    <p:extLst>
      <p:ext uri="{BB962C8B-B14F-4D97-AF65-F5344CB8AC3E}">
        <p14:creationId xmlns:p14="http://schemas.microsoft.com/office/powerpoint/2010/main" val="128028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id="{56852E87-801B-4F78-ADC9-4401E2DBE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783" y="5752322"/>
            <a:ext cx="2461880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000404"/>
                </a:solidFill>
                <a:latin typeface="Arial" panose="020B0604020202020204" pitchFamily="34" charset="0"/>
              </a:rPr>
              <a:t>运行结果为：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B8DA50F4-9A73-44E4-B439-6BEF0E33A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883" y="5147641"/>
            <a:ext cx="4597622" cy="130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6408F94B-FA8F-4F8F-94E5-1EEAEAA06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904" y="1047068"/>
            <a:ext cx="8521729" cy="187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>
            <a:extLst>
              <a:ext uri="{FF2B5EF4-FFF2-40B4-BE49-F238E27FC236}">
                <a16:creationId xmlns:a16="http://schemas.microsoft.com/office/drawing/2014/main" id="{D4ECCB49-71FF-4AAE-A0DB-A13D5D495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67143"/>
            <a:ext cx="8904287" cy="164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18">
            <a:extLst>
              <a:ext uri="{FF2B5EF4-FFF2-40B4-BE49-F238E27FC236}">
                <a16:creationId xmlns:a16="http://schemas.microsoft.com/office/drawing/2014/main" id="{525165AB-1565-442A-9633-CD860F608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8181" y="1394602"/>
            <a:ext cx="3306596" cy="14149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9">
            <a:extLst>
              <a:ext uri="{FF2B5EF4-FFF2-40B4-BE49-F238E27FC236}">
                <a16:creationId xmlns:a16="http://schemas.microsoft.com/office/drawing/2014/main" id="{C71D724C-3B32-4707-BA7B-E6225C38E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9283" y="2329638"/>
            <a:ext cx="322803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3E71EA-E1DE-423F-A59D-2CBC06367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339" y="114299"/>
            <a:ext cx="5139761" cy="93276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7B73BC6-907F-42A7-917F-6B891352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297" y="138754"/>
            <a:ext cx="4421766" cy="771623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递归求第</a:t>
            </a:r>
            <a:r>
              <a:rPr lang="en-US" altLang="zh-CN" sz="3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5</a:t>
            </a:r>
            <a:r>
              <a:rPr lang="zh-CN" altLang="en-US" sz="3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人的年龄</a:t>
            </a:r>
          </a:p>
        </p:txBody>
      </p:sp>
    </p:spTree>
    <p:extLst>
      <p:ext uri="{BB962C8B-B14F-4D97-AF65-F5344CB8AC3E}">
        <p14:creationId xmlns:p14="http://schemas.microsoft.com/office/powerpoint/2010/main" val="274054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3553" y="3799110"/>
            <a:ext cx="84928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n=5</a:t>
            </a:r>
            <a:endParaRPr lang="zh-CN" altLang="en-US" b="1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13820" y="3786410"/>
            <a:ext cx="7953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n=4</a:t>
            </a:r>
            <a:endParaRPr lang="zh-CN" altLang="en-US" b="1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1430" y="3748310"/>
            <a:ext cx="7798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n=3</a:t>
            </a:r>
            <a:endParaRPr lang="zh-CN" altLang="en-US" b="1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06592" y="3777887"/>
            <a:ext cx="77628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n=2</a:t>
            </a:r>
            <a:endParaRPr lang="zh-CN" altLang="en-US" b="1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22960" y="3777887"/>
            <a:ext cx="9106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n=1</a:t>
            </a:r>
            <a:endParaRPr lang="zh-CN" altLang="en-US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3078" y="4218210"/>
            <a:ext cx="1419224" cy="16707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latin typeface="+mn-ea"/>
              </a:rPr>
              <a:t>c=age(n-1)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+2;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return c;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5720" y="4218210"/>
            <a:ext cx="1578770" cy="16707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latin typeface="+mn-ea"/>
              </a:rPr>
              <a:t>c=age(n-1)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+2;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return c;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31904" y="4218210"/>
            <a:ext cx="1578770" cy="16707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latin typeface="+mn-ea"/>
              </a:rPr>
              <a:t>c=age(n-1)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+2;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return c;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93494" y="4210430"/>
            <a:ext cx="1578770" cy="16707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latin typeface="+mn-ea"/>
              </a:rPr>
              <a:t>c=age(n-1)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+2;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return c;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21686" y="4205510"/>
            <a:ext cx="1578770" cy="11167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c=10;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return c;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8" name="下弧形箭头 17"/>
          <p:cNvSpPr/>
          <p:nvPr/>
        </p:nvSpPr>
        <p:spPr>
          <a:xfrm flipH="1">
            <a:off x="6906591" y="5252456"/>
            <a:ext cx="2615633" cy="36004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下弧形箭头 18"/>
          <p:cNvSpPr/>
          <p:nvPr/>
        </p:nvSpPr>
        <p:spPr>
          <a:xfrm rot="661985" flipH="1">
            <a:off x="5308990" y="5537863"/>
            <a:ext cx="2319788" cy="360040"/>
          </a:xfrm>
          <a:prstGeom prst="curvedUpArrow">
            <a:avLst>
              <a:gd name="adj1" fmla="val 25000"/>
              <a:gd name="adj2" fmla="val 43756"/>
              <a:gd name="adj3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下弧形箭头 19"/>
          <p:cNvSpPr/>
          <p:nvPr/>
        </p:nvSpPr>
        <p:spPr>
          <a:xfrm rot="1049958" flipH="1">
            <a:off x="3576172" y="5520891"/>
            <a:ext cx="2319788" cy="360040"/>
          </a:xfrm>
          <a:prstGeom prst="curvedUpArrow">
            <a:avLst>
              <a:gd name="adj1" fmla="val 25000"/>
              <a:gd name="adj2" fmla="val 43756"/>
              <a:gd name="adj3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下弧形箭头 20"/>
          <p:cNvSpPr/>
          <p:nvPr/>
        </p:nvSpPr>
        <p:spPr>
          <a:xfrm rot="1049958" flipH="1">
            <a:off x="2010709" y="5520891"/>
            <a:ext cx="2319788" cy="360040"/>
          </a:xfrm>
          <a:prstGeom prst="curvedUpArrow">
            <a:avLst>
              <a:gd name="adj1" fmla="val 25000"/>
              <a:gd name="adj2" fmla="val 43756"/>
              <a:gd name="adj3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2" name="Picture 11">
            <a:extLst>
              <a:ext uri="{FF2B5EF4-FFF2-40B4-BE49-F238E27FC236}">
                <a16:creationId xmlns:a16="http://schemas.microsoft.com/office/drawing/2014/main" id="{9449A512-F161-4E68-A4FE-DC3312805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21729" cy="187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7">
            <a:extLst>
              <a:ext uri="{FF2B5EF4-FFF2-40B4-BE49-F238E27FC236}">
                <a16:creationId xmlns:a16="http://schemas.microsoft.com/office/drawing/2014/main" id="{63B04C2D-9B5D-41B3-9AEC-B5542E91E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" y="1887790"/>
            <a:ext cx="7293170" cy="1350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曲线连接符 23"/>
          <p:cNvCxnSpPr>
            <a:cxnSpLocks/>
          </p:cNvCxnSpPr>
          <p:nvPr/>
        </p:nvCxnSpPr>
        <p:spPr>
          <a:xfrm flipV="1">
            <a:off x="2488196" y="2839122"/>
            <a:ext cx="4255876" cy="3061406"/>
          </a:xfrm>
          <a:prstGeom prst="curvedConnector3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89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自定义 3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6495"/>
      </a:accent1>
      <a:accent2>
        <a:srgbClr val="FEBD01"/>
      </a:accent2>
      <a:accent3>
        <a:srgbClr val="8FCD4C"/>
      </a:accent3>
      <a:accent4>
        <a:srgbClr val="4BA9C3"/>
      </a:accent4>
      <a:accent5>
        <a:srgbClr val="FC6495"/>
      </a:accent5>
      <a:accent6>
        <a:srgbClr val="FEBD01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</a:spPr>
      <a:bodyPr wrap="none" rtlCol="0">
        <a:spAutoFit/>
      </a:bodyPr>
      <a:lstStyle>
        <a:defPPr algn="ctr">
          <a:defRPr sz="6600" b="1" dirty="0">
            <a:gradFill flip="none" rotWithShape="1">
              <a:gsLst>
                <a:gs pos="25000">
                  <a:schemeClr val="accent1"/>
                </a:gs>
                <a:gs pos="51000">
                  <a:schemeClr val="accent2"/>
                </a:gs>
                <a:gs pos="30000">
                  <a:schemeClr val="accent2"/>
                </a:gs>
                <a:gs pos="75000">
                  <a:srgbClr val="6EBB87"/>
                </a:gs>
                <a:gs pos="55000">
                  <a:schemeClr val="accent3"/>
                </a:gs>
                <a:gs pos="79000">
                  <a:schemeClr val="accent4"/>
                </a:gs>
              </a:gsLst>
              <a:lin ang="0" scaled="1"/>
              <a:tileRect/>
            </a:gra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汉仪趣黑W" panose="00020600040101010101" pitchFamily="18" charset="-122"/>
            <a:ea typeface="汉仪趣黑W" panose="00020600040101010101" pitchFamily="18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592</Words>
  <Application>Microsoft Office PowerPoint</Application>
  <PresentationFormat>宽屏</PresentationFormat>
  <Paragraphs>44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楷体_GB2312</vt:lpstr>
      <vt:lpstr>宋体</vt:lpstr>
      <vt:lpstr>微软雅黑</vt:lpstr>
      <vt:lpstr>Arial</vt:lpstr>
      <vt:lpstr>Times New Roman</vt:lpstr>
      <vt:lpstr>Wingdings</vt:lpstr>
      <vt:lpstr>Office 主题​​</vt:lpstr>
      <vt:lpstr>递归的概念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2216184931@qq.com</cp:lastModifiedBy>
  <cp:revision>376</cp:revision>
  <dcterms:created xsi:type="dcterms:W3CDTF">2017-06-20T00:57:00Z</dcterms:created>
  <dcterms:modified xsi:type="dcterms:W3CDTF">2022-09-02T00:11:22Z</dcterms:modified>
</cp:coreProperties>
</file>